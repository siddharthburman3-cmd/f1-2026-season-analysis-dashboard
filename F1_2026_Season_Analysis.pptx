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charts/chart5.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B1B0474B-3B19-3C90-5A53-A15D9CE5F7AF}">
          <p14:sldIdLst>
            <p14:sldId id="256"/>
            <p14:sldId id="257"/>
            <p14:sldId id="258"/>
          </p14:sldIdLst>
        </p14:section>
        <p14:section name="Season results" id="{2725AF2C-2778-1AB6-2523-9C88D2F6E752}">
          <p14:sldIdLst>
            <p14:sldId id="259"/>
            <p14:sldId id="260"/>
            <p14:sldId id="261"/>
            <p14:sldId id="262"/>
            <p14:sldId id="263"/>
            <p14:sldId id="264"/>
            <p14:sldId id="265"/>
          </p14:sldIdLst>
        </p14:section>
        <p14:section name="Calendar" id="{02C07F1A-DD44-041F-B2CD-0622FD269405}">
          <p14:sldIdLst>
            <p14:sldId id="266"/>
            <p14:sldId id="267"/>
          </p14:sldIdLst>
        </p14:section>
        <p14:section name="Dashboard &amp; wrap-up" id="{1C6005A1-9D0D-4843-FD9F-DBFCA488EF30}">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5B6270"/>
                </a:solidFill>
                <a:latin typeface="+mn-lt"/>
              </a:defRPr>
            </a:pPr>
            <a:r>
              <a:rPr lang="en-GB" sz="1600" b="0" i="0" u="none" strike="noStrike">
                <a:solidFill>
                  <a:srgbClr val="5B6270"/>
                </a:solidFill>
                <a:latin typeface="+mn-lt"/>
              </a:rPr>
              <a:t>Race wins by driver (18 races)</a:t>
            </a:r>
          </a:p>
        </c:rich>
      </c:tx>
      <c:overlay val="0"/>
    </c:title>
    <c:autoTitleDeleted val="0"/>
    <c:plotArea>
      <c:layout/>
      <c:barChart>
        <c:barDir val="bar"/>
        <c:grouping val="clustered"/>
        <c:varyColors val="0"/>
        <c:ser>
          <c:idx val="0"/>
          <c:order val="0"/>
          <c:tx>
            <c:strRef>
              <c:f>Sheet1!$B$1</c:f>
              <c:strCache>
                <c:ptCount val="1"/>
                <c:pt idx="0">
                  <c:v>Wins</c:v>
                </c:pt>
              </c:strCache>
            </c:strRef>
          </c:tx>
          <c:spPr>
            <a:solidFill>
              <a:srgbClr val="00BFA5"/>
            </a:solidFill>
            <a:effectLst/>
          </c:spPr>
          <c:invertIfNegative val="0"/>
          <c:dPt>
            <c:idx val="0"/>
            <c:invertIfNegative val="0"/>
            <c:bubble3D val="0"/>
            <c:spPr>
              <a:solidFill>
                <a:srgbClr val="00BFA5"/>
              </a:solidFill>
              <a:effectLst/>
            </c:spPr>
            <c:extLst>
              <c:ext xmlns:c16="http://schemas.microsoft.com/office/drawing/2014/chart" uri="{C3380CC4-5D6E-409C-BE32-E72D297353CC}">
                <c16:uniqueId val="{00000001-333E-41AC-A2E3-0C5A3C350741}"/>
              </c:ext>
            </c:extLst>
          </c:dPt>
          <c:dPt>
            <c:idx val="1"/>
            <c:invertIfNegative val="0"/>
            <c:bubble3D val="0"/>
            <c:spPr>
              <a:solidFill>
                <a:srgbClr val="00BFA5"/>
              </a:solidFill>
              <a:effectLst/>
            </c:spPr>
            <c:extLst>
              <c:ext xmlns:c16="http://schemas.microsoft.com/office/drawing/2014/chart" uri="{C3380CC4-5D6E-409C-BE32-E72D297353CC}">
                <c16:uniqueId val="{00000003-333E-41AC-A2E3-0C5A3C350741}"/>
              </c:ext>
            </c:extLst>
          </c:dPt>
          <c:dPt>
            <c:idx val="2"/>
            <c:invertIfNegative val="0"/>
            <c:bubble3D val="0"/>
            <c:spPr>
              <a:solidFill>
                <a:srgbClr val="FF8000"/>
              </a:solidFill>
              <a:effectLst/>
            </c:spPr>
            <c:extLst>
              <c:ext xmlns:c16="http://schemas.microsoft.com/office/drawing/2014/chart" uri="{C3380CC4-5D6E-409C-BE32-E72D297353CC}">
                <c16:uniqueId val="{00000005-333E-41AC-A2E3-0C5A3C350741}"/>
              </c:ext>
            </c:extLst>
          </c:dPt>
          <c:dPt>
            <c:idx val="3"/>
            <c:invertIfNegative val="0"/>
            <c:bubble3D val="0"/>
            <c:spPr>
              <a:solidFill>
                <a:srgbClr val="1434CB"/>
              </a:solidFill>
              <a:effectLst/>
            </c:spPr>
            <c:extLst>
              <c:ext xmlns:c16="http://schemas.microsoft.com/office/drawing/2014/chart" uri="{C3380CC4-5D6E-409C-BE32-E72D297353CC}">
                <c16:uniqueId val="{00000007-333E-41AC-A2E3-0C5A3C350741}"/>
              </c:ext>
            </c:extLst>
          </c:dPt>
          <c:dPt>
            <c:idx val="4"/>
            <c:invertIfNegative val="0"/>
            <c:bubble3D val="0"/>
            <c:spPr>
              <a:solidFill>
                <a:srgbClr val="E8002D"/>
              </a:solidFill>
              <a:effectLst/>
            </c:spPr>
            <c:extLst>
              <c:ext xmlns:c16="http://schemas.microsoft.com/office/drawing/2014/chart" uri="{C3380CC4-5D6E-409C-BE32-E72D297353CC}">
                <c16:uniqueId val="{00000009-333E-41AC-A2E3-0C5A3C350741}"/>
              </c:ext>
            </c:extLst>
          </c:dPt>
          <c:dPt>
            <c:idx val="5"/>
            <c:invertIfNegative val="0"/>
            <c:bubble3D val="0"/>
            <c:spPr>
              <a:solidFill>
                <a:srgbClr val="E8002D"/>
              </a:solidFill>
              <a:effectLst/>
            </c:spPr>
            <c:extLst>
              <c:ext xmlns:c16="http://schemas.microsoft.com/office/drawing/2014/chart" uri="{C3380CC4-5D6E-409C-BE32-E72D297353CC}">
                <c16:uniqueId val="{0000000B-333E-41AC-A2E3-0C5A3C350741}"/>
              </c:ext>
            </c:extLst>
          </c:dPt>
          <c:dLbls>
            <c:numFmt formatCode="#,##0" sourceLinked="0"/>
            <c:spPr>
              <a:noFill/>
              <a:ln>
                <a:noFill/>
              </a:ln>
              <a:effectLst/>
            </c:spPr>
            <c:txPr>
              <a:bodyPr/>
              <a:lstStyle/>
              <a:p>
                <a:pPr>
                  <a:defRPr sz="1600" b="1" i="0" u="none" strike="noStrike">
                    <a:solidFill>
                      <a:srgbClr val="15151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Kimi Antonelli</c:v>
                </c:pt>
                <c:pt idx="1">
                  <c:v>George Russell</c:v>
                </c:pt>
                <c:pt idx="2">
                  <c:v>Lando Norris</c:v>
                </c:pt>
                <c:pt idx="3">
                  <c:v>Max Verstappen</c:v>
                </c:pt>
                <c:pt idx="4">
                  <c:v>Lewis Hamilton</c:v>
                </c:pt>
                <c:pt idx="5">
                  <c:v>Charles Leclerc</c:v>
                </c:pt>
              </c:strCache>
            </c:strRef>
          </c:cat>
          <c:val>
            <c:numRef>
              <c:f>Sheet1!$B$2:$B$7</c:f>
              <c:numCache>
                <c:formatCode>General</c:formatCode>
                <c:ptCount val="6"/>
                <c:pt idx="0">
                  <c:v>9</c:v>
                </c:pt>
                <c:pt idx="1">
                  <c:v>3</c:v>
                </c:pt>
                <c:pt idx="2">
                  <c:v>2</c:v>
                </c:pt>
                <c:pt idx="3">
                  <c:v>2</c:v>
                </c:pt>
                <c:pt idx="4">
                  <c:v>1</c:v>
                </c:pt>
                <c:pt idx="5">
                  <c:v>1</c:v>
                </c:pt>
              </c:numCache>
            </c:numRef>
          </c:val>
          <c:extLst>
            <c:ext xmlns:c16="http://schemas.microsoft.com/office/drawing/2014/chart" uri="{C3380CC4-5D6E-409C-BE32-E72D297353CC}">
              <c16:uniqueId val="{0000000C-333E-41AC-A2E3-0C5A3C350741}"/>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600" b="0" i="0" u="none" strike="noStrike">
                <a:solidFill>
                  <a:srgbClr val="15151E"/>
                </a:solidFill>
                <a:latin typeface="+mn-lt"/>
              </a:defRPr>
            </a:pPr>
            <a:endParaRPr lang="en-US"/>
          </a:p>
        </c:txPr>
        <c:crossAx val="2094734552"/>
        <c:crosses val="autoZero"/>
        <c:auto val="1"/>
        <c:lblAlgn val="ctr"/>
        <c:lblOffset val="100"/>
        <c:noMultiLvlLbl val="1"/>
      </c:catAx>
      <c:valAx>
        <c:axId val="2094734552"/>
        <c:scaling>
          <c:orientation val="minMax"/>
          <c:max val="10.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5B6270"/>
                </a:solidFill>
                <a:latin typeface="Gadugi" panose="020B0502040204020203" pitchFamily="34" charset="0"/>
                <a:ea typeface="Gadugi" panose="020B0502040204020203" pitchFamily="34" charset="0"/>
              </a:defRPr>
            </a:pPr>
            <a:r>
              <a:rPr lang="en-GB" sz="1600" b="0" i="0" u="none" strike="noStrike">
                <a:solidFill>
                  <a:srgbClr val="5B6270"/>
                </a:solidFill>
                <a:latin typeface="Gadugi" panose="020B0502040204020203" pitchFamily="34" charset="0"/>
                <a:ea typeface="Gadugi" panose="020B0502040204020203" pitchFamily="34" charset="0"/>
              </a:rPr>
              <a:t>Share of 18 race wins by team</a:t>
            </a:r>
          </a:p>
        </c:rich>
      </c:tx>
      <c:overlay val="0"/>
    </c:title>
    <c:autoTitleDeleted val="0"/>
    <c:plotArea>
      <c:layout/>
      <c:doughnutChart>
        <c:varyColors val="1"/>
        <c:ser>
          <c:idx val="0"/>
          <c:order val="0"/>
          <c:tx>
            <c:strRef>
              <c:f>Sheet1!$B$1</c:f>
              <c:strCache>
                <c:ptCount val="1"/>
                <c:pt idx="0">
                  <c:v>Wins</c:v>
                </c:pt>
              </c:strCache>
            </c:strRef>
          </c:tx>
          <c:spPr>
            <a:solidFill>
              <a:schemeClr val="accent1"/>
            </a:solidFill>
            <a:ln w="9525" cap="flat">
              <a:solidFill>
                <a:srgbClr val="F9F9F9"/>
              </a:solidFill>
              <a:prstDash val="solid"/>
              <a:round/>
            </a:ln>
            <a:effectLst/>
          </c:spPr>
          <c:dPt>
            <c:idx val="0"/>
            <c:bubble3D val="0"/>
            <c:spPr>
              <a:solidFill>
                <a:srgbClr val="27F4D2"/>
              </a:solidFill>
              <a:ln w="25400" cap="flat">
                <a:solidFill>
                  <a:srgbClr val="FFFFFF"/>
                </a:solidFill>
                <a:prstDash val="solid"/>
                <a:round/>
              </a:ln>
              <a:effectLst/>
            </c:spPr>
            <c:extLst>
              <c:ext xmlns:c16="http://schemas.microsoft.com/office/drawing/2014/chart" uri="{C3380CC4-5D6E-409C-BE32-E72D297353CC}">
                <c16:uniqueId val="{00000001-F81E-4517-BE80-14A53738A9ED}"/>
              </c:ext>
            </c:extLst>
          </c:dPt>
          <c:dPt>
            <c:idx val="1"/>
            <c:bubble3D val="0"/>
            <c:spPr>
              <a:solidFill>
                <a:srgbClr val="E8002D"/>
              </a:solidFill>
              <a:ln w="25400" cap="flat">
                <a:solidFill>
                  <a:srgbClr val="FFFFFF"/>
                </a:solidFill>
                <a:prstDash val="solid"/>
                <a:round/>
              </a:ln>
              <a:effectLst/>
            </c:spPr>
            <c:extLst>
              <c:ext xmlns:c16="http://schemas.microsoft.com/office/drawing/2014/chart" uri="{C3380CC4-5D6E-409C-BE32-E72D297353CC}">
                <c16:uniqueId val="{00000003-F81E-4517-BE80-14A53738A9ED}"/>
              </c:ext>
            </c:extLst>
          </c:dPt>
          <c:dPt>
            <c:idx val="2"/>
            <c:bubble3D val="0"/>
            <c:spPr>
              <a:solidFill>
                <a:srgbClr val="FF8000"/>
              </a:solidFill>
              <a:ln w="25400" cap="flat">
                <a:solidFill>
                  <a:srgbClr val="FFFFFF"/>
                </a:solidFill>
                <a:prstDash val="solid"/>
                <a:round/>
              </a:ln>
              <a:effectLst/>
            </c:spPr>
            <c:extLst>
              <c:ext xmlns:c16="http://schemas.microsoft.com/office/drawing/2014/chart" uri="{C3380CC4-5D6E-409C-BE32-E72D297353CC}">
                <c16:uniqueId val="{00000005-F81E-4517-BE80-14A53738A9ED}"/>
              </c:ext>
            </c:extLst>
          </c:dPt>
          <c:dPt>
            <c:idx val="3"/>
            <c:bubble3D val="0"/>
            <c:spPr>
              <a:solidFill>
                <a:srgbClr val="1434CB"/>
              </a:solidFill>
              <a:ln w="25400" cap="flat">
                <a:solidFill>
                  <a:srgbClr val="FFFFFF"/>
                </a:solidFill>
                <a:prstDash val="solid"/>
                <a:round/>
              </a:ln>
              <a:effectLst/>
            </c:spPr>
            <c:extLst>
              <c:ext xmlns:c16="http://schemas.microsoft.com/office/drawing/2014/chart" uri="{C3380CC4-5D6E-409C-BE32-E72D297353CC}">
                <c16:uniqueId val="{00000007-F81E-4517-BE80-14A53738A9ED}"/>
              </c:ext>
            </c:extLst>
          </c:dPt>
          <c:cat>
            <c:strRef>
              <c:f>Sheet1!$A$2:$A$5</c:f>
              <c:strCache>
                <c:ptCount val="4"/>
                <c:pt idx="0">
                  <c:v>Mercedes</c:v>
                </c:pt>
                <c:pt idx="1">
                  <c:v>Ferrari</c:v>
                </c:pt>
                <c:pt idx="2">
                  <c:v>McLaren</c:v>
                </c:pt>
                <c:pt idx="3">
                  <c:v>Red Bull Racing</c:v>
                </c:pt>
              </c:strCache>
            </c:strRef>
          </c:cat>
          <c:val>
            <c:numRef>
              <c:f>Sheet1!$B$2:$B$5</c:f>
              <c:numCache>
                <c:formatCode>General</c:formatCode>
                <c:ptCount val="4"/>
                <c:pt idx="0">
                  <c:v>12</c:v>
                </c:pt>
                <c:pt idx="1">
                  <c:v>2</c:v>
                </c:pt>
                <c:pt idx="2">
                  <c:v>2</c:v>
                </c:pt>
                <c:pt idx="3">
                  <c:v>2</c:v>
                </c:pt>
              </c:numCache>
            </c:numRef>
          </c:val>
          <c:extLst>
            <c:ext xmlns:c16="http://schemas.microsoft.com/office/drawing/2014/chart" uri="{C3380CC4-5D6E-409C-BE32-E72D297353CC}">
              <c16:uniqueId val="{00000008-F81E-4517-BE80-14A53738A9ED}"/>
            </c:ext>
          </c:extLst>
        </c:ser>
        <c:dLbls>
          <c:showLegendKey val="0"/>
          <c:showVal val="0"/>
          <c:showCatName val="0"/>
          <c:showSerName val="0"/>
          <c:showPercent val="0"/>
          <c:showBubbleSize val="0"/>
          <c:showLeaderLines val="0"/>
        </c:dLbls>
        <c:firstSliceAng val="0"/>
        <c:holeSize val="58"/>
      </c:doughnutChart>
      <c:spPr>
        <a:noFill/>
        <a:ln>
          <a:noFill/>
        </a:ln>
        <a:effectLst/>
      </c:spPr>
    </c:plotArea>
    <c:legend>
      <c:legendPos val="b"/>
      <c:overlay val="0"/>
      <c:txPr>
        <a:bodyPr/>
        <a:lstStyle/>
        <a:p>
          <a:pPr>
            <a:defRPr sz="1400">
              <a:solidFill>
                <a:srgbClr val="15151E"/>
              </a:solidFill>
              <a:latin typeface="Gadugi" panose="020B0502040204020203" pitchFamily="34" charset="0"/>
              <a:ea typeface="Gadugi" panose="020B0502040204020203" pitchFamily="34" charset="0"/>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5B6270"/>
                </a:solidFill>
                <a:latin typeface="+mn-lt"/>
              </a:defRPr>
            </a:pPr>
            <a:r>
              <a:rPr lang="en-IN" sz="1600" b="0" i="0" u="none" strike="noStrike">
                <a:solidFill>
                  <a:srgbClr val="5B6270"/>
                </a:solidFill>
                <a:latin typeface="+mn-lt"/>
              </a:rPr>
              <a:t>Cumulative wins by round</a:t>
            </a:r>
          </a:p>
        </c:rich>
      </c:tx>
      <c:overlay val="0"/>
    </c:title>
    <c:autoTitleDeleted val="0"/>
    <c:plotArea>
      <c:layout/>
      <c:lineChart>
        <c:grouping val="standard"/>
        <c:varyColors val="0"/>
        <c:ser>
          <c:idx val="0"/>
          <c:order val="0"/>
          <c:tx>
            <c:strRef>
              <c:f>Sheet1!$B$1</c:f>
              <c:strCache>
                <c:ptCount val="1"/>
                <c:pt idx="0">
                  <c:v>Kimi Antonelli</c:v>
                </c:pt>
              </c:strCache>
            </c:strRef>
          </c:tx>
          <c:spPr>
            <a:ln w="38100" cap="flat">
              <a:solidFill>
                <a:srgbClr val="00BFA5"/>
              </a:solidFill>
              <a:prstDash val="solid"/>
              <a:round/>
            </a:ln>
            <a:effectLst/>
          </c:spPr>
          <c:marker>
            <c:symbol val="circle"/>
            <c:size val="7"/>
            <c:spPr>
              <a:solidFill>
                <a:srgbClr val="00BFA5"/>
              </a:solidFill>
              <a:ln w="9525" cap="flat">
                <a:solidFill>
                  <a:srgbClr val="00BFA5"/>
                </a:solidFill>
                <a:prstDash val="solid"/>
                <a:round/>
              </a:ln>
              <a:effectLst/>
            </c:spPr>
          </c:marker>
          <c:cat>
            <c:strRef>
              <c:f>Sheet1!$A$2:$A$20</c:f>
              <c:strCache>
                <c:ptCount val="19"/>
                <c:pt idx="0">
                  <c:v>R1</c:v>
                </c:pt>
                <c:pt idx="1">
                  <c:v>R2</c:v>
                </c:pt>
                <c:pt idx="2">
                  <c:v>R3</c:v>
                </c:pt>
                <c:pt idx="3">
                  <c:v>R4</c:v>
                </c:pt>
                <c:pt idx="4">
                  <c:v>R5</c:v>
                </c:pt>
                <c:pt idx="5">
                  <c:v>R6</c:v>
                </c:pt>
                <c:pt idx="6">
                  <c:v>R7</c:v>
                </c:pt>
                <c:pt idx="7">
                  <c:v>R8</c:v>
                </c:pt>
                <c:pt idx="8">
                  <c:v>R9</c:v>
                </c:pt>
                <c:pt idx="9">
                  <c:v>R10</c:v>
                </c:pt>
                <c:pt idx="10">
                  <c:v>R11</c:v>
                </c:pt>
                <c:pt idx="11">
                  <c:v>R12</c:v>
                </c:pt>
                <c:pt idx="12">
                  <c:v>R13</c:v>
                </c:pt>
                <c:pt idx="13">
                  <c:v>R14</c:v>
                </c:pt>
                <c:pt idx="14">
                  <c:v>R15</c:v>
                </c:pt>
                <c:pt idx="15">
                  <c:v>R16</c:v>
                </c:pt>
                <c:pt idx="16">
                  <c:v>R17</c:v>
                </c:pt>
                <c:pt idx="17">
                  <c:v>R18</c:v>
                </c:pt>
                <c:pt idx="18">
                  <c:v>R19</c:v>
                </c:pt>
              </c:strCache>
            </c:strRef>
          </c:cat>
          <c:val>
            <c:numRef>
              <c:f>Sheet1!$B$2:$B$20</c:f>
              <c:numCache>
                <c:formatCode>General</c:formatCode>
                <c:ptCount val="19"/>
                <c:pt idx="0">
                  <c:v>0</c:v>
                </c:pt>
                <c:pt idx="1">
                  <c:v>1</c:v>
                </c:pt>
                <c:pt idx="2">
                  <c:v>2</c:v>
                </c:pt>
                <c:pt idx="3">
                  <c:v>2</c:v>
                </c:pt>
                <c:pt idx="4">
                  <c:v>3</c:v>
                </c:pt>
                <c:pt idx="5">
                  <c:v>4</c:v>
                </c:pt>
                <c:pt idx="6">
                  <c:v>5</c:v>
                </c:pt>
                <c:pt idx="7">
                  <c:v>5</c:v>
                </c:pt>
                <c:pt idx="8">
                  <c:v>5</c:v>
                </c:pt>
                <c:pt idx="9">
                  <c:v>5</c:v>
                </c:pt>
                <c:pt idx="10">
                  <c:v>6</c:v>
                </c:pt>
                <c:pt idx="11">
                  <c:v>6</c:v>
                </c:pt>
                <c:pt idx="12">
                  <c:v>6</c:v>
                </c:pt>
                <c:pt idx="13">
                  <c:v>7</c:v>
                </c:pt>
                <c:pt idx="14">
                  <c:v>8</c:v>
                </c:pt>
                <c:pt idx="15">
                  <c:v>8</c:v>
                </c:pt>
                <c:pt idx="16">
                  <c:v>8</c:v>
                </c:pt>
                <c:pt idx="17">
                  <c:v>8</c:v>
                </c:pt>
                <c:pt idx="18">
                  <c:v>9</c:v>
                </c:pt>
              </c:numCache>
            </c:numRef>
          </c:val>
          <c:smooth val="0"/>
          <c:extLst>
            <c:ext xmlns:c16="http://schemas.microsoft.com/office/drawing/2014/chart" uri="{C3380CC4-5D6E-409C-BE32-E72D297353CC}">
              <c16:uniqueId val="{00000000-6FA4-47EF-A767-F74D85AA333A}"/>
            </c:ext>
          </c:extLst>
        </c:ser>
        <c:ser>
          <c:idx val="1"/>
          <c:order val="1"/>
          <c:tx>
            <c:strRef>
              <c:f>Sheet1!$C$1</c:f>
              <c:strCache>
                <c:ptCount val="1"/>
                <c:pt idx="0">
                  <c:v>George Russell</c:v>
                </c:pt>
              </c:strCache>
            </c:strRef>
          </c:tx>
          <c:spPr>
            <a:ln w="38100" cap="flat">
              <a:solidFill>
                <a:srgbClr val="8A93A3"/>
              </a:solidFill>
              <a:prstDash val="solid"/>
              <a:round/>
            </a:ln>
            <a:effectLst/>
          </c:spPr>
          <c:marker>
            <c:symbol val="circle"/>
            <c:size val="7"/>
            <c:spPr>
              <a:solidFill>
                <a:srgbClr val="8A93A3"/>
              </a:solidFill>
              <a:ln w="9525" cap="flat">
                <a:solidFill>
                  <a:srgbClr val="8A93A3"/>
                </a:solidFill>
                <a:prstDash val="solid"/>
                <a:round/>
              </a:ln>
              <a:effectLst/>
            </c:spPr>
          </c:marker>
          <c:cat>
            <c:strRef>
              <c:f>Sheet1!$A$2:$A$20</c:f>
              <c:strCache>
                <c:ptCount val="19"/>
                <c:pt idx="0">
                  <c:v>R1</c:v>
                </c:pt>
                <c:pt idx="1">
                  <c:v>R2</c:v>
                </c:pt>
                <c:pt idx="2">
                  <c:v>R3</c:v>
                </c:pt>
                <c:pt idx="3">
                  <c:v>R4</c:v>
                </c:pt>
                <c:pt idx="4">
                  <c:v>R5</c:v>
                </c:pt>
                <c:pt idx="5">
                  <c:v>R6</c:v>
                </c:pt>
                <c:pt idx="6">
                  <c:v>R7</c:v>
                </c:pt>
                <c:pt idx="7">
                  <c:v>R8</c:v>
                </c:pt>
                <c:pt idx="8">
                  <c:v>R9</c:v>
                </c:pt>
                <c:pt idx="9">
                  <c:v>R10</c:v>
                </c:pt>
                <c:pt idx="10">
                  <c:v>R11</c:v>
                </c:pt>
                <c:pt idx="11">
                  <c:v>R12</c:v>
                </c:pt>
                <c:pt idx="12">
                  <c:v>R13</c:v>
                </c:pt>
                <c:pt idx="13">
                  <c:v>R14</c:v>
                </c:pt>
                <c:pt idx="14">
                  <c:v>R15</c:v>
                </c:pt>
                <c:pt idx="15">
                  <c:v>R16</c:v>
                </c:pt>
                <c:pt idx="16">
                  <c:v>R17</c:v>
                </c:pt>
                <c:pt idx="17">
                  <c:v>R18</c:v>
                </c:pt>
                <c:pt idx="18">
                  <c:v>R19</c:v>
                </c:pt>
              </c:strCache>
            </c:strRef>
          </c:cat>
          <c:val>
            <c:numRef>
              <c:f>Sheet1!$C$2:$C$20</c:f>
              <c:numCache>
                <c:formatCode>General</c:formatCode>
                <c:ptCount val="19"/>
                <c:pt idx="0">
                  <c:v>1</c:v>
                </c:pt>
                <c:pt idx="1">
                  <c:v>1</c:v>
                </c:pt>
                <c:pt idx="2">
                  <c:v>1</c:v>
                </c:pt>
                <c:pt idx="3">
                  <c:v>1</c:v>
                </c:pt>
                <c:pt idx="4">
                  <c:v>1</c:v>
                </c:pt>
                <c:pt idx="5">
                  <c:v>1</c:v>
                </c:pt>
                <c:pt idx="6">
                  <c:v>1</c:v>
                </c:pt>
                <c:pt idx="7">
                  <c:v>1</c:v>
                </c:pt>
                <c:pt idx="8">
                  <c:v>2</c:v>
                </c:pt>
                <c:pt idx="9">
                  <c:v>2</c:v>
                </c:pt>
                <c:pt idx="10">
                  <c:v>2</c:v>
                </c:pt>
                <c:pt idx="11">
                  <c:v>2</c:v>
                </c:pt>
                <c:pt idx="12">
                  <c:v>2</c:v>
                </c:pt>
                <c:pt idx="13">
                  <c:v>2</c:v>
                </c:pt>
                <c:pt idx="14">
                  <c:v>2</c:v>
                </c:pt>
                <c:pt idx="15">
                  <c:v>3</c:v>
                </c:pt>
                <c:pt idx="16">
                  <c:v>3</c:v>
                </c:pt>
                <c:pt idx="17">
                  <c:v>3</c:v>
                </c:pt>
                <c:pt idx="18">
                  <c:v>3</c:v>
                </c:pt>
              </c:numCache>
            </c:numRef>
          </c:val>
          <c:smooth val="0"/>
          <c:extLst>
            <c:ext xmlns:c16="http://schemas.microsoft.com/office/drawing/2014/chart" uri="{C3380CC4-5D6E-409C-BE32-E72D297353CC}">
              <c16:uniqueId val="{00000001-6FA4-47EF-A767-F74D85AA333A}"/>
            </c:ext>
          </c:extLst>
        </c:ser>
        <c:ser>
          <c:idx val="2"/>
          <c:order val="2"/>
          <c:tx>
            <c:strRef>
              <c:f>Sheet1!$D$1</c:f>
              <c:strCache>
                <c:ptCount val="1"/>
                <c:pt idx="0">
                  <c:v>Lando Norris</c:v>
                </c:pt>
              </c:strCache>
            </c:strRef>
          </c:tx>
          <c:spPr>
            <a:ln w="38100" cap="flat">
              <a:solidFill>
                <a:srgbClr val="FF8000"/>
              </a:solidFill>
              <a:prstDash val="solid"/>
              <a:round/>
            </a:ln>
            <a:effectLst/>
          </c:spPr>
          <c:marker>
            <c:symbol val="circle"/>
            <c:size val="7"/>
            <c:spPr>
              <a:solidFill>
                <a:srgbClr val="FF8000"/>
              </a:solidFill>
              <a:ln w="9525" cap="flat">
                <a:solidFill>
                  <a:srgbClr val="FF8000"/>
                </a:solidFill>
                <a:prstDash val="solid"/>
                <a:round/>
              </a:ln>
              <a:effectLst/>
            </c:spPr>
          </c:marker>
          <c:cat>
            <c:strRef>
              <c:f>Sheet1!$A$2:$A$20</c:f>
              <c:strCache>
                <c:ptCount val="19"/>
                <c:pt idx="0">
                  <c:v>R1</c:v>
                </c:pt>
                <c:pt idx="1">
                  <c:v>R2</c:v>
                </c:pt>
                <c:pt idx="2">
                  <c:v>R3</c:v>
                </c:pt>
                <c:pt idx="3">
                  <c:v>R4</c:v>
                </c:pt>
                <c:pt idx="4">
                  <c:v>R5</c:v>
                </c:pt>
                <c:pt idx="5">
                  <c:v>R6</c:v>
                </c:pt>
                <c:pt idx="6">
                  <c:v>R7</c:v>
                </c:pt>
                <c:pt idx="7">
                  <c:v>R8</c:v>
                </c:pt>
                <c:pt idx="8">
                  <c:v>R9</c:v>
                </c:pt>
                <c:pt idx="9">
                  <c:v>R10</c:v>
                </c:pt>
                <c:pt idx="10">
                  <c:v>R11</c:v>
                </c:pt>
                <c:pt idx="11">
                  <c:v>R12</c:v>
                </c:pt>
                <c:pt idx="12">
                  <c:v>R13</c:v>
                </c:pt>
                <c:pt idx="13">
                  <c:v>R14</c:v>
                </c:pt>
                <c:pt idx="14">
                  <c:v>R15</c:v>
                </c:pt>
                <c:pt idx="15">
                  <c:v>R16</c:v>
                </c:pt>
                <c:pt idx="16">
                  <c:v>R17</c:v>
                </c:pt>
                <c:pt idx="17">
                  <c:v>R18</c:v>
                </c:pt>
                <c:pt idx="18">
                  <c:v>R19</c:v>
                </c:pt>
              </c:strCache>
            </c:strRef>
          </c:cat>
          <c:val>
            <c:numRef>
              <c:f>Sheet1!$D$2:$D$20</c:f>
              <c:numCache>
                <c:formatCode>General</c:formatCode>
                <c:ptCount val="19"/>
                <c:pt idx="0">
                  <c:v>0</c:v>
                </c:pt>
                <c:pt idx="1">
                  <c:v>0</c:v>
                </c:pt>
                <c:pt idx="2">
                  <c:v>0</c:v>
                </c:pt>
                <c:pt idx="3">
                  <c:v>0</c:v>
                </c:pt>
                <c:pt idx="4">
                  <c:v>0</c:v>
                </c:pt>
                <c:pt idx="5">
                  <c:v>0</c:v>
                </c:pt>
                <c:pt idx="6">
                  <c:v>0</c:v>
                </c:pt>
                <c:pt idx="7">
                  <c:v>0</c:v>
                </c:pt>
                <c:pt idx="8">
                  <c:v>0</c:v>
                </c:pt>
                <c:pt idx="9">
                  <c:v>0</c:v>
                </c:pt>
                <c:pt idx="10">
                  <c:v>0</c:v>
                </c:pt>
                <c:pt idx="11">
                  <c:v>1</c:v>
                </c:pt>
                <c:pt idx="12">
                  <c:v>2</c:v>
                </c:pt>
                <c:pt idx="13">
                  <c:v>2</c:v>
                </c:pt>
                <c:pt idx="14">
                  <c:v>2</c:v>
                </c:pt>
                <c:pt idx="15">
                  <c:v>2</c:v>
                </c:pt>
                <c:pt idx="16">
                  <c:v>2</c:v>
                </c:pt>
                <c:pt idx="17">
                  <c:v>2</c:v>
                </c:pt>
                <c:pt idx="18">
                  <c:v>2</c:v>
                </c:pt>
              </c:numCache>
            </c:numRef>
          </c:val>
          <c:smooth val="0"/>
          <c:extLst>
            <c:ext xmlns:c16="http://schemas.microsoft.com/office/drawing/2014/chart" uri="{C3380CC4-5D6E-409C-BE32-E72D297353CC}">
              <c16:uniqueId val="{00000002-6FA4-47EF-A767-F74D85AA333A}"/>
            </c:ext>
          </c:extLst>
        </c:ser>
        <c:ser>
          <c:idx val="3"/>
          <c:order val="3"/>
          <c:tx>
            <c:strRef>
              <c:f>Sheet1!$E$1</c:f>
              <c:strCache>
                <c:ptCount val="1"/>
                <c:pt idx="0">
                  <c:v>Max Verstappen</c:v>
                </c:pt>
              </c:strCache>
            </c:strRef>
          </c:tx>
          <c:spPr>
            <a:ln w="38100" cap="flat">
              <a:solidFill>
                <a:srgbClr val="1434CB"/>
              </a:solidFill>
              <a:prstDash val="solid"/>
              <a:round/>
            </a:ln>
            <a:effectLst/>
          </c:spPr>
          <c:marker>
            <c:symbol val="circle"/>
            <c:size val="7"/>
            <c:spPr>
              <a:solidFill>
                <a:srgbClr val="1434CB"/>
              </a:solidFill>
              <a:ln w="9525" cap="flat">
                <a:solidFill>
                  <a:srgbClr val="1434CB"/>
                </a:solidFill>
                <a:prstDash val="solid"/>
                <a:round/>
              </a:ln>
              <a:effectLst/>
            </c:spPr>
          </c:marker>
          <c:cat>
            <c:strRef>
              <c:f>Sheet1!$A$2:$A$20</c:f>
              <c:strCache>
                <c:ptCount val="19"/>
                <c:pt idx="0">
                  <c:v>R1</c:v>
                </c:pt>
                <c:pt idx="1">
                  <c:v>R2</c:v>
                </c:pt>
                <c:pt idx="2">
                  <c:v>R3</c:v>
                </c:pt>
                <c:pt idx="3">
                  <c:v>R4</c:v>
                </c:pt>
                <c:pt idx="4">
                  <c:v>R5</c:v>
                </c:pt>
                <c:pt idx="5">
                  <c:v>R6</c:v>
                </c:pt>
                <c:pt idx="6">
                  <c:v>R7</c:v>
                </c:pt>
                <c:pt idx="7">
                  <c:v>R8</c:v>
                </c:pt>
                <c:pt idx="8">
                  <c:v>R9</c:v>
                </c:pt>
                <c:pt idx="9">
                  <c:v>R10</c:v>
                </c:pt>
                <c:pt idx="10">
                  <c:v>R11</c:v>
                </c:pt>
                <c:pt idx="11">
                  <c:v>R12</c:v>
                </c:pt>
                <c:pt idx="12">
                  <c:v>R13</c:v>
                </c:pt>
                <c:pt idx="13">
                  <c:v>R14</c:v>
                </c:pt>
                <c:pt idx="14">
                  <c:v>R15</c:v>
                </c:pt>
                <c:pt idx="15">
                  <c:v>R16</c:v>
                </c:pt>
                <c:pt idx="16">
                  <c:v>R17</c:v>
                </c:pt>
                <c:pt idx="17">
                  <c:v>R18</c:v>
                </c:pt>
                <c:pt idx="18">
                  <c:v>R19</c:v>
                </c:pt>
              </c:strCache>
            </c:strRef>
          </c:cat>
          <c:val>
            <c:numRef>
              <c:f>Sheet1!$E$2:$E$20</c:f>
              <c:numCache>
                <c:formatCode>General</c:formatCode>
                <c:ptCount val="1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1</c:v>
                </c:pt>
                <c:pt idx="17">
                  <c:v>2</c:v>
                </c:pt>
                <c:pt idx="18">
                  <c:v>2</c:v>
                </c:pt>
              </c:numCache>
            </c:numRef>
          </c:val>
          <c:smooth val="0"/>
          <c:extLst>
            <c:ext xmlns:c16="http://schemas.microsoft.com/office/drawing/2014/chart" uri="{C3380CC4-5D6E-409C-BE32-E72D297353CC}">
              <c16:uniqueId val="{00000003-6FA4-47EF-A767-F74D85AA333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270"/>
                </a:solidFill>
                <a:latin typeface="+mn-lt"/>
              </a:defRPr>
            </a:pPr>
            <a:endParaRPr lang="en-US"/>
          </a:p>
        </c:txPr>
        <c:crossAx val="2094734552"/>
        <c:crosses val="autoZero"/>
        <c:auto val="1"/>
        <c:lblAlgn val="ctr"/>
        <c:lblOffset val="100"/>
        <c:noMultiLvlLbl val="1"/>
      </c:catAx>
      <c:valAx>
        <c:axId val="2094734552"/>
        <c:scaling>
          <c:orientation val="minMax"/>
          <c:max val="10"/>
          <c:min val="0"/>
        </c:scaling>
        <c:delete val="0"/>
        <c:axPos val="l"/>
        <c:majorGridlines>
          <c:spPr>
            <a:ln w="6350" cap="flat">
              <a:solidFill>
                <a:srgbClr val="E3E5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5B6270"/>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400">
              <a:solidFill>
                <a:srgbClr val="15151E"/>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5B6270"/>
                </a:solidFill>
                <a:latin typeface="Gadugi" panose="020B0502040204020203" pitchFamily="34" charset="0"/>
                <a:ea typeface="Gadugi" panose="020B0502040204020203" pitchFamily="34" charset="0"/>
              </a:defRPr>
            </a:pPr>
            <a:r>
              <a:rPr lang="en-GB" sz="1600" b="0" i="0" u="none" strike="noStrike">
                <a:solidFill>
                  <a:srgbClr val="5B6270"/>
                </a:solidFill>
                <a:latin typeface="Gadugi" panose="020B0502040204020203" pitchFamily="34" charset="0"/>
                <a:ea typeface="Gadugi" panose="020B0502040204020203" pitchFamily="34" charset="0"/>
              </a:rPr>
              <a:t>Laps per completed race (bar colour = winning team)</a:t>
            </a:r>
          </a:p>
        </c:rich>
      </c:tx>
      <c:overlay val="0"/>
    </c:title>
    <c:autoTitleDeleted val="0"/>
    <c:plotArea>
      <c:layout/>
      <c:barChart>
        <c:barDir val="col"/>
        <c:grouping val="clustered"/>
        <c:varyColors val="0"/>
        <c:ser>
          <c:idx val="0"/>
          <c:order val="0"/>
          <c:tx>
            <c:strRef>
              <c:f>Sheet1!$B$1</c:f>
              <c:strCache>
                <c:ptCount val="1"/>
                <c:pt idx="0">
                  <c:v>Laps</c:v>
                </c:pt>
              </c:strCache>
            </c:strRef>
          </c:tx>
          <c:spPr>
            <a:solidFill>
              <a:srgbClr val="00BFA5"/>
            </a:solidFill>
            <a:effectLst/>
          </c:spPr>
          <c:invertIfNegative val="0"/>
          <c:dPt>
            <c:idx val="0"/>
            <c:invertIfNegative val="0"/>
            <c:bubble3D val="0"/>
            <c:spPr>
              <a:solidFill>
                <a:srgbClr val="00BFA5"/>
              </a:solidFill>
              <a:effectLst/>
            </c:spPr>
            <c:extLst>
              <c:ext xmlns:c16="http://schemas.microsoft.com/office/drawing/2014/chart" uri="{C3380CC4-5D6E-409C-BE32-E72D297353CC}">
                <c16:uniqueId val="{00000001-03F0-43FD-AA0E-6A9DD6899E59}"/>
              </c:ext>
            </c:extLst>
          </c:dPt>
          <c:dPt>
            <c:idx val="1"/>
            <c:invertIfNegative val="0"/>
            <c:bubble3D val="0"/>
            <c:spPr>
              <a:solidFill>
                <a:srgbClr val="00BFA5"/>
              </a:solidFill>
              <a:effectLst/>
            </c:spPr>
            <c:extLst>
              <c:ext xmlns:c16="http://schemas.microsoft.com/office/drawing/2014/chart" uri="{C3380CC4-5D6E-409C-BE32-E72D297353CC}">
                <c16:uniqueId val="{00000003-03F0-43FD-AA0E-6A9DD6899E59}"/>
              </c:ext>
            </c:extLst>
          </c:dPt>
          <c:dPt>
            <c:idx val="2"/>
            <c:invertIfNegative val="0"/>
            <c:bubble3D val="0"/>
            <c:spPr>
              <a:solidFill>
                <a:srgbClr val="00BFA5"/>
              </a:solidFill>
              <a:effectLst/>
            </c:spPr>
            <c:extLst>
              <c:ext xmlns:c16="http://schemas.microsoft.com/office/drawing/2014/chart" uri="{C3380CC4-5D6E-409C-BE32-E72D297353CC}">
                <c16:uniqueId val="{00000005-03F0-43FD-AA0E-6A9DD6899E59}"/>
              </c:ext>
            </c:extLst>
          </c:dPt>
          <c:dPt>
            <c:idx val="3"/>
            <c:invertIfNegative val="0"/>
            <c:bubble3D val="0"/>
            <c:spPr>
              <a:solidFill>
                <a:srgbClr val="00BFA5"/>
              </a:solidFill>
              <a:effectLst/>
            </c:spPr>
            <c:extLst>
              <c:ext xmlns:c16="http://schemas.microsoft.com/office/drawing/2014/chart" uri="{C3380CC4-5D6E-409C-BE32-E72D297353CC}">
                <c16:uniqueId val="{00000007-03F0-43FD-AA0E-6A9DD6899E59}"/>
              </c:ext>
            </c:extLst>
          </c:dPt>
          <c:dPt>
            <c:idx val="4"/>
            <c:invertIfNegative val="0"/>
            <c:bubble3D val="0"/>
            <c:spPr>
              <a:solidFill>
                <a:srgbClr val="00BFA5"/>
              </a:solidFill>
              <a:effectLst/>
            </c:spPr>
            <c:extLst>
              <c:ext xmlns:c16="http://schemas.microsoft.com/office/drawing/2014/chart" uri="{C3380CC4-5D6E-409C-BE32-E72D297353CC}">
                <c16:uniqueId val="{00000009-03F0-43FD-AA0E-6A9DD6899E59}"/>
              </c:ext>
            </c:extLst>
          </c:dPt>
          <c:dPt>
            <c:idx val="5"/>
            <c:invertIfNegative val="0"/>
            <c:bubble3D val="0"/>
            <c:spPr>
              <a:solidFill>
                <a:srgbClr val="00BFA5"/>
              </a:solidFill>
              <a:effectLst/>
            </c:spPr>
            <c:extLst>
              <c:ext xmlns:c16="http://schemas.microsoft.com/office/drawing/2014/chart" uri="{C3380CC4-5D6E-409C-BE32-E72D297353CC}">
                <c16:uniqueId val="{0000000B-03F0-43FD-AA0E-6A9DD6899E59}"/>
              </c:ext>
            </c:extLst>
          </c:dPt>
          <c:dPt>
            <c:idx val="6"/>
            <c:invertIfNegative val="0"/>
            <c:bubble3D val="0"/>
            <c:spPr>
              <a:solidFill>
                <a:srgbClr val="E8002D"/>
              </a:solidFill>
              <a:effectLst/>
            </c:spPr>
            <c:extLst>
              <c:ext xmlns:c16="http://schemas.microsoft.com/office/drawing/2014/chart" uri="{C3380CC4-5D6E-409C-BE32-E72D297353CC}">
                <c16:uniqueId val="{0000000D-03F0-43FD-AA0E-6A9DD6899E59}"/>
              </c:ext>
            </c:extLst>
          </c:dPt>
          <c:dPt>
            <c:idx val="7"/>
            <c:invertIfNegative val="0"/>
            <c:bubble3D val="0"/>
            <c:spPr>
              <a:solidFill>
                <a:srgbClr val="00BFA5"/>
              </a:solidFill>
              <a:effectLst/>
            </c:spPr>
            <c:extLst>
              <c:ext xmlns:c16="http://schemas.microsoft.com/office/drawing/2014/chart" uri="{C3380CC4-5D6E-409C-BE32-E72D297353CC}">
                <c16:uniqueId val="{0000000F-03F0-43FD-AA0E-6A9DD6899E59}"/>
              </c:ext>
            </c:extLst>
          </c:dPt>
          <c:dPt>
            <c:idx val="8"/>
            <c:invertIfNegative val="0"/>
            <c:bubble3D val="0"/>
            <c:spPr>
              <a:solidFill>
                <a:srgbClr val="E8002D"/>
              </a:solidFill>
              <a:effectLst/>
            </c:spPr>
            <c:extLst>
              <c:ext xmlns:c16="http://schemas.microsoft.com/office/drawing/2014/chart" uri="{C3380CC4-5D6E-409C-BE32-E72D297353CC}">
                <c16:uniqueId val="{00000011-03F0-43FD-AA0E-6A9DD6899E59}"/>
              </c:ext>
            </c:extLst>
          </c:dPt>
          <c:dPt>
            <c:idx val="9"/>
            <c:invertIfNegative val="0"/>
            <c:bubble3D val="0"/>
            <c:spPr>
              <a:solidFill>
                <a:srgbClr val="00BFA5"/>
              </a:solidFill>
              <a:effectLst/>
            </c:spPr>
            <c:extLst>
              <c:ext xmlns:c16="http://schemas.microsoft.com/office/drawing/2014/chart" uri="{C3380CC4-5D6E-409C-BE32-E72D297353CC}">
                <c16:uniqueId val="{00000013-03F0-43FD-AA0E-6A9DD6899E59}"/>
              </c:ext>
            </c:extLst>
          </c:dPt>
          <c:dPt>
            <c:idx val="10"/>
            <c:invertIfNegative val="0"/>
            <c:bubble3D val="0"/>
            <c:spPr>
              <a:solidFill>
                <a:srgbClr val="FF8000"/>
              </a:solidFill>
              <a:effectLst/>
            </c:spPr>
            <c:extLst>
              <c:ext xmlns:c16="http://schemas.microsoft.com/office/drawing/2014/chart" uri="{C3380CC4-5D6E-409C-BE32-E72D297353CC}">
                <c16:uniqueId val="{00000015-03F0-43FD-AA0E-6A9DD6899E59}"/>
              </c:ext>
            </c:extLst>
          </c:dPt>
          <c:dPt>
            <c:idx val="11"/>
            <c:invertIfNegative val="0"/>
            <c:bubble3D val="0"/>
            <c:spPr>
              <a:solidFill>
                <a:srgbClr val="FF8000"/>
              </a:solidFill>
              <a:effectLst/>
            </c:spPr>
            <c:extLst>
              <c:ext xmlns:c16="http://schemas.microsoft.com/office/drawing/2014/chart" uri="{C3380CC4-5D6E-409C-BE32-E72D297353CC}">
                <c16:uniqueId val="{00000017-03F0-43FD-AA0E-6A9DD6899E59}"/>
              </c:ext>
            </c:extLst>
          </c:dPt>
          <c:dPt>
            <c:idx val="12"/>
            <c:invertIfNegative val="0"/>
            <c:bubble3D val="0"/>
            <c:spPr>
              <a:solidFill>
                <a:srgbClr val="00BFA5"/>
              </a:solidFill>
              <a:effectLst/>
            </c:spPr>
            <c:extLst>
              <c:ext xmlns:c16="http://schemas.microsoft.com/office/drawing/2014/chart" uri="{C3380CC4-5D6E-409C-BE32-E72D297353CC}">
                <c16:uniqueId val="{00000019-03F0-43FD-AA0E-6A9DD6899E59}"/>
              </c:ext>
            </c:extLst>
          </c:dPt>
          <c:dPt>
            <c:idx val="13"/>
            <c:invertIfNegative val="0"/>
            <c:bubble3D val="0"/>
            <c:spPr>
              <a:solidFill>
                <a:srgbClr val="00BFA5"/>
              </a:solidFill>
              <a:effectLst/>
            </c:spPr>
            <c:extLst>
              <c:ext xmlns:c16="http://schemas.microsoft.com/office/drawing/2014/chart" uri="{C3380CC4-5D6E-409C-BE32-E72D297353CC}">
                <c16:uniqueId val="{0000001B-03F0-43FD-AA0E-6A9DD6899E59}"/>
              </c:ext>
            </c:extLst>
          </c:dPt>
          <c:dPt>
            <c:idx val="14"/>
            <c:invertIfNegative val="0"/>
            <c:bubble3D val="0"/>
            <c:spPr>
              <a:solidFill>
                <a:srgbClr val="00BFA5"/>
              </a:solidFill>
              <a:effectLst/>
            </c:spPr>
            <c:extLst>
              <c:ext xmlns:c16="http://schemas.microsoft.com/office/drawing/2014/chart" uri="{C3380CC4-5D6E-409C-BE32-E72D297353CC}">
                <c16:uniqueId val="{0000001D-03F0-43FD-AA0E-6A9DD6899E59}"/>
              </c:ext>
            </c:extLst>
          </c:dPt>
          <c:dPt>
            <c:idx val="15"/>
            <c:invertIfNegative val="0"/>
            <c:bubble3D val="0"/>
            <c:spPr>
              <a:solidFill>
                <a:srgbClr val="1434CB"/>
              </a:solidFill>
              <a:effectLst/>
            </c:spPr>
            <c:extLst>
              <c:ext xmlns:c16="http://schemas.microsoft.com/office/drawing/2014/chart" uri="{C3380CC4-5D6E-409C-BE32-E72D297353CC}">
                <c16:uniqueId val="{0000001F-03F0-43FD-AA0E-6A9DD6899E59}"/>
              </c:ext>
            </c:extLst>
          </c:dPt>
          <c:dPt>
            <c:idx val="16"/>
            <c:invertIfNegative val="0"/>
            <c:bubble3D val="0"/>
            <c:spPr>
              <a:solidFill>
                <a:srgbClr val="1434CB"/>
              </a:solidFill>
              <a:effectLst/>
            </c:spPr>
            <c:extLst>
              <c:ext xmlns:c16="http://schemas.microsoft.com/office/drawing/2014/chart" uri="{C3380CC4-5D6E-409C-BE32-E72D297353CC}">
                <c16:uniqueId val="{00000021-03F0-43FD-AA0E-6A9DD6899E59}"/>
              </c:ext>
            </c:extLst>
          </c:dPt>
          <c:dPt>
            <c:idx val="17"/>
            <c:invertIfNegative val="0"/>
            <c:bubble3D val="0"/>
            <c:spPr>
              <a:solidFill>
                <a:srgbClr val="00BFA5"/>
              </a:solidFill>
              <a:effectLst/>
            </c:spPr>
            <c:extLst>
              <c:ext xmlns:c16="http://schemas.microsoft.com/office/drawing/2014/chart" uri="{C3380CC4-5D6E-409C-BE32-E72D297353CC}">
                <c16:uniqueId val="{00000023-03F0-43FD-AA0E-6A9DD6899E59}"/>
              </c:ext>
            </c:extLst>
          </c:dPt>
          <c:dLbls>
            <c:numFmt formatCode="#,##0" sourceLinked="0"/>
            <c:spPr>
              <a:noFill/>
              <a:ln>
                <a:noFill/>
              </a:ln>
              <a:effectLst/>
            </c:spPr>
            <c:txPr>
              <a:bodyPr/>
              <a:lstStyle/>
              <a:p>
                <a:pPr>
                  <a:defRPr sz="1200" b="0" i="0" u="none" strike="noStrike">
                    <a:solidFill>
                      <a:srgbClr val="15151E"/>
                    </a:solidFill>
                    <a:latin typeface="Gadugi" panose="020B0502040204020203" pitchFamily="34" charset="0"/>
                    <a:ea typeface="Gadug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Sheet1!$A$2:$A$19</c:f>
              <c:strCache>
                <c:ptCount val="18"/>
                <c:pt idx="0">
                  <c:v>R1</c:v>
                </c:pt>
                <c:pt idx="1">
                  <c:v>R2</c:v>
                </c:pt>
                <c:pt idx="2">
                  <c:v>R3</c:v>
                </c:pt>
                <c:pt idx="3">
                  <c:v>R5</c:v>
                </c:pt>
                <c:pt idx="4">
                  <c:v>R6</c:v>
                </c:pt>
                <c:pt idx="5">
                  <c:v>R7</c:v>
                </c:pt>
                <c:pt idx="6">
                  <c:v>R8</c:v>
                </c:pt>
                <c:pt idx="7">
                  <c:v>R9</c:v>
                </c:pt>
                <c:pt idx="8">
                  <c:v>R10</c:v>
                </c:pt>
                <c:pt idx="9">
                  <c:v>R11</c:v>
                </c:pt>
                <c:pt idx="10">
                  <c:v>R12</c:v>
                </c:pt>
                <c:pt idx="11">
                  <c:v>R13</c:v>
                </c:pt>
                <c:pt idx="12">
                  <c:v>R14</c:v>
                </c:pt>
                <c:pt idx="13">
                  <c:v>R15</c:v>
                </c:pt>
                <c:pt idx="14">
                  <c:v>R16</c:v>
                </c:pt>
                <c:pt idx="15">
                  <c:v>R17</c:v>
                </c:pt>
                <c:pt idx="16">
                  <c:v>R18</c:v>
                </c:pt>
                <c:pt idx="17">
                  <c:v>R19</c:v>
                </c:pt>
              </c:strCache>
            </c:strRef>
          </c:cat>
          <c:val>
            <c:numRef>
              <c:f>Sheet1!$B$2:$B$19</c:f>
              <c:numCache>
                <c:formatCode>General</c:formatCode>
                <c:ptCount val="18"/>
                <c:pt idx="0">
                  <c:v>58</c:v>
                </c:pt>
                <c:pt idx="1">
                  <c:v>56</c:v>
                </c:pt>
                <c:pt idx="2">
                  <c:v>53</c:v>
                </c:pt>
                <c:pt idx="3">
                  <c:v>57</c:v>
                </c:pt>
                <c:pt idx="4">
                  <c:v>68</c:v>
                </c:pt>
                <c:pt idx="5">
                  <c:v>78</c:v>
                </c:pt>
                <c:pt idx="6">
                  <c:v>66</c:v>
                </c:pt>
                <c:pt idx="7">
                  <c:v>71</c:v>
                </c:pt>
                <c:pt idx="8">
                  <c:v>52</c:v>
                </c:pt>
                <c:pt idx="9">
                  <c:v>44</c:v>
                </c:pt>
                <c:pt idx="10">
                  <c:v>70</c:v>
                </c:pt>
                <c:pt idx="11">
                  <c:v>72</c:v>
                </c:pt>
                <c:pt idx="12">
                  <c:v>53</c:v>
                </c:pt>
                <c:pt idx="13">
                  <c:v>57</c:v>
                </c:pt>
                <c:pt idx="14">
                  <c:v>51</c:v>
                </c:pt>
                <c:pt idx="15">
                  <c:v>57</c:v>
                </c:pt>
                <c:pt idx="16">
                  <c:v>61</c:v>
                </c:pt>
                <c:pt idx="17">
                  <c:v>56</c:v>
                </c:pt>
              </c:numCache>
            </c:numRef>
          </c:val>
          <c:extLst>
            <c:ext xmlns:c16="http://schemas.microsoft.com/office/drawing/2014/chart" uri="{C3380CC4-5D6E-409C-BE32-E72D297353CC}">
              <c16:uniqueId val="{00000024-03F0-43FD-AA0E-6A9DD6899E59}"/>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270"/>
                </a:solidFill>
                <a:latin typeface="Gadugi" panose="020B0502040204020203" pitchFamily="34" charset="0"/>
                <a:ea typeface="Gadugi" panose="020B0502040204020203" pitchFamily="34" charset="0"/>
              </a:defRPr>
            </a:pPr>
            <a:endParaRPr lang="en-US"/>
          </a:p>
        </c:txPr>
        <c:crossAx val="2094734552"/>
        <c:crosses val="autoZero"/>
        <c:auto val="1"/>
        <c:lblAlgn val="ctr"/>
        <c:lblOffset val="100"/>
        <c:noMultiLvlLbl val="1"/>
      </c:catAx>
      <c:valAx>
        <c:axId val="2094734552"/>
        <c:scaling>
          <c:orientation val="minMax"/>
          <c:max val="90"/>
          <c:min val="0"/>
        </c:scaling>
        <c:delete val="0"/>
        <c:axPos val="l"/>
        <c:majorGridlines>
          <c:spPr>
            <a:ln w="6350" cap="flat">
              <a:solidFill>
                <a:srgbClr val="E3E5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270"/>
                </a:solidFill>
                <a:latin typeface="Gadugi" panose="020B0502040204020203" pitchFamily="34" charset="0"/>
                <a:ea typeface="Gadugi" panose="020B0502040204020203" pitchFamily="34" charset="0"/>
              </a:defRPr>
            </a:pPr>
            <a:endParaRPr lang="en-US"/>
          </a:p>
        </c:txPr>
        <c:crossAx val="2094734554"/>
        <c:crosses val="autoZero"/>
        <c:crossBetween val="between"/>
        <c:majorUnit val="30"/>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0" i="0" u="none" strike="noStrike">
                <a:solidFill>
                  <a:srgbClr val="5B6270"/>
                </a:solidFill>
                <a:latin typeface="Gadugi" panose="020B0502040204020203" pitchFamily="34" charset="0"/>
                <a:ea typeface="Gadugi" panose="020B0502040204020203" pitchFamily="34" charset="0"/>
              </a:defRPr>
            </a:pPr>
            <a:r>
              <a:rPr lang="en-GB" sz="1600" b="0" i="0" u="none" strike="noStrike">
                <a:solidFill>
                  <a:srgbClr val="5B6270"/>
                </a:solidFill>
                <a:latin typeface="Gadugi" panose="020B0502040204020203" pitchFamily="34" charset="0"/>
                <a:ea typeface="Gadugi" panose="020B0502040204020203" pitchFamily="34" charset="0"/>
              </a:rPr>
              <a:t>Race weekends per month (by weekend start)</a:t>
            </a:r>
          </a:p>
        </c:rich>
      </c:tx>
      <c:overlay val="0"/>
    </c:title>
    <c:autoTitleDeleted val="0"/>
    <c:plotArea>
      <c:layout/>
      <c:barChart>
        <c:barDir val="col"/>
        <c:grouping val="clustered"/>
        <c:varyColors val="0"/>
        <c:ser>
          <c:idx val="0"/>
          <c:order val="0"/>
          <c:tx>
            <c:strRef>
              <c:f>Sheet1!$B$1</c:f>
              <c:strCache>
                <c:ptCount val="1"/>
                <c:pt idx="0">
                  <c:v>Rounds</c:v>
                </c:pt>
              </c:strCache>
            </c:strRef>
          </c:tx>
          <c:spPr>
            <a:solidFill>
              <a:srgbClr val="E8002D"/>
            </a:solidFill>
            <a:effectLst/>
          </c:spPr>
          <c:invertIfNegative val="0"/>
          <c:dLbls>
            <c:numFmt formatCode="#,##0" sourceLinked="0"/>
            <c:spPr>
              <a:noFill/>
              <a:ln>
                <a:noFill/>
              </a:ln>
              <a:effectLst/>
            </c:spPr>
            <c:txPr>
              <a:bodyPr/>
              <a:lstStyle/>
              <a:p>
                <a:pPr>
                  <a:defRPr sz="1400" b="0" i="0" u="none" strike="noStrike">
                    <a:solidFill>
                      <a:srgbClr val="15151E"/>
                    </a:solidFill>
                    <a:latin typeface="Gadugi" panose="020B0502040204020203" pitchFamily="34" charset="0"/>
                    <a:ea typeface="Gadug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Mar</c:v>
                </c:pt>
                <c:pt idx="1">
                  <c:v>Apr</c:v>
                </c:pt>
                <c:pt idx="2">
                  <c:v>May</c:v>
                </c:pt>
                <c:pt idx="3">
                  <c:v>Jun</c:v>
                </c:pt>
                <c:pt idx="4">
                  <c:v>Jul</c:v>
                </c:pt>
                <c:pt idx="5">
                  <c:v>Aug</c:v>
                </c:pt>
                <c:pt idx="6">
                  <c:v>Sep</c:v>
                </c:pt>
                <c:pt idx="7">
                  <c:v>Oct</c:v>
                </c:pt>
                <c:pt idx="8">
                  <c:v>Nov</c:v>
                </c:pt>
                <c:pt idx="9">
                  <c:v>Dec</c:v>
                </c:pt>
              </c:strCache>
            </c:strRef>
          </c:cat>
          <c:val>
            <c:numRef>
              <c:f>Sheet1!$B$2:$B$11</c:f>
              <c:numCache>
                <c:formatCode>General</c:formatCode>
                <c:ptCount val="10"/>
                <c:pt idx="0">
                  <c:v>3</c:v>
                </c:pt>
                <c:pt idx="1">
                  <c:v>1</c:v>
                </c:pt>
                <c:pt idx="2">
                  <c:v>2</c:v>
                </c:pt>
                <c:pt idx="3">
                  <c:v>3</c:v>
                </c:pt>
                <c:pt idx="4">
                  <c:v>3</c:v>
                </c:pt>
                <c:pt idx="5">
                  <c:v>1</c:v>
                </c:pt>
                <c:pt idx="6">
                  <c:v>3</c:v>
                </c:pt>
                <c:pt idx="7">
                  <c:v>4</c:v>
                </c:pt>
                <c:pt idx="8">
                  <c:v>3</c:v>
                </c:pt>
                <c:pt idx="9">
                  <c:v>1</c:v>
                </c:pt>
              </c:numCache>
            </c:numRef>
          </c:val>
          <c:extLst>
            <c:ext xmlns:c16="http://schemas.microsoft.com/office/drawing/2014/chart" uri="{C3380CC4-5D6E-409C-BE32-E72D297353CC}">
              <c16:uniqueId val="{00000000-32F5-44CB-9B5A-41DDC53665B7}"/>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5B6270"/>
                </a:solidFill>
                <a:latin typeface="Gadugi" panose="020B0502040204020203" pitchFamily="34" charset="0"/>
                <a:ea typeface="Gadugi" panose="020B0502040204020203" pitchFamily="34" charset="0"/>
              </a:defRPr>
            </a:pPr>
            <a:endParaRPr lang="en-US"/>
          </a:p>
        </c:txPr>
        <c:crossAx val="2094734552"/>
        <c:crosses val="autoZero"/>
        <c:auto val="1"/>
        <c:lblAlgn val="ctr"/>
        <c:lblOffset val="100"/>
        <c:noMultiLvlLbl val="1"/>
      </c:catAx>
      <c:valAx>
        <c:axId val="2094734552"/>
        <c:scaling>
          <c:orientation val="minMax"/>
          <c:max val="5"/>
          <c:min val="0"/>
        </c:scaling>
        <c:delete val="0"/>
        <c:axPos val="l"/>
        <c:majorGridlines>
          <c:spPr>
            <a:ln w="6350" cap="flat">
              <a:solidFill>
                <a:srgbClr val="E3E5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5B6270"/>
                </a:solidFill>
                <a:latin typeface="Gadugi" panose="020B0502040204020203" pitchFamily="34" charset="0"/>
                <a:ea typeface="Gadugi" panose="020B0502040204020203" pitchFamily="34" charset="0"/>
              </a:defRPr>
            </a:pPr>
            <a:endParaRPr lang="en-US"/>
          </a:p>
        </c:txPr>
        <c:crossAx val="2094734554"/>
        <c:crosses val="autoZero"/>
        <c:crossBetween val="between"/>
        <c:majorUnit val="1"/>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5505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Season review of the 2026 Formula 1 championship using the F1_DB workbook and the Power BI dashboard. The analysis covers the 18 completed races up to the United States Grand Prix (Round 19; Round 4 was cancelled). The four colour chips are the four winning teams, used throughout the deck.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numbers: 24 rounds on the calendar, 18 completed, 1 cancelled (Saudi Arabian GP) and 5 still to run. Across the 18 races 1,080 laps were raced and six different drivers won. Mercedes has taken two out of every three wins.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inputs: the workbook (one row per round) and the Power BI report built on it. A separate MySQL project file was shared too, but it covers a hospital database (MediTrack), so it is not part of this F1 analysis. The data has no points or qualifying information, so the deck focuses on race winners, teams, laps and calendar.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tile is one round, coloured by the winning team. Grey is the cancelled Saudi Arabian GP (Round 4); dashed tiles are the five races still to come. Mercedes teal dominates the grid, with Ferrari, McLaren and Red Bull wins scattered through the middle and late season.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Bars are coloured by team. Antonelli has 9 wins, Russell 3, Norris 2, Verstappen 2, Hamilton 1 and Leclerc 1. Six drivers have won in 18 races.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Mercedes: 12 wins (67%). Ferrari, McLaren and Red Bull Racing: 2 wins each (11% each). Four constructors have won at least one race this season.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the dashboard's team × driver stacked bar. Mercedes relies on Antonelli (9) with Russell (3). Ferrari's two wins are split between Hamilton and Leclerc. McLaren's two came from Norris and Red Bull's two from Verstappen.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results for Rounds 1 to 19 with the winning driver and race distance. Rounds 20 to 24 are still to be run, so they are not listed here.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Cumulative wins for the four drivers with multiple victories. Antonelli opened a gap early with five consecutive wins, then the field diversified through the middle of the year. Hamilton and Leclerc (one win each) are omitted from the chart for readability.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Laps per race range from 44 at Spa to 78 at Monaco, with an average of 60 and 1,080 laps in total — the same figure shown on the dashboard's Total Laps card. Lap count mostly reflects circuit length rather than anything about the competition.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calendar runs from March 6 (Australia) to December 6 (Abu Dhabi). August has a single race weekend, which marks the summer break; September and October are the busiest stretch of the season.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Remaining rounds: Mexico City (Oct 30 – Nov 1), São Paulo (Nov 6–8), Las Vegas (Nov 19–21), Qatar (Nov 27–29) and Abu Dhabi (Dec 4–6). The Mexico City weekend begins three days after this report date.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 has a single 1920×1080 page: four KPI cards across the top, wins-by-driver and wins-by-team in the middle row, and the results table, Grand Prix slicer and team × driver chart along the bottom. The wireframe is drawn to scale from the report's visual positions.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KPI values were recomputed from the workbook and match the logic in the report definition: 24 distinct rounds, 18 completed Grand Prix, 1,080 total laps and 6 distinct winners. The two checks are precautionary: blank values for unraced rounds can appear as a category or be counted as a distinct value, depending on how filters are set.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Mercedes and Antonelli define the 2026 story so far, but six different winners and four winning teams show a competitive field. The data covers winners only, so adding points and qualifying results would let the dashboard answer championship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chemeClr val="tx2"/>
                </a:solidFill>
              </a:rPr>
              <a:t>F1 2026 Season Analysis</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1"/>
          </a:solidFill>
          <a:ln/>
        </p:spPr>
      </p:sp>
      <p:sp>
        <p:nvSpPr>
          <p:cNvPr id="3" name="Text 1"/>
          <p:cNvSpPr>
            <a:spLocks noGrp="1"/>
          </p:cNvSpPr>
          <p:nvPr>
            <p:ph type="title" idx="101" hasCustomPrompt="1"/>
          </p:nvPr>
        </p:nvSpPr>
        <p:spPr>
          <a:xfrm>
            <a:off x="731520" y="1828800"/>
            <a:ext cx="7680960" cy="182880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endParaRPr lang="en-US" sz="5400" dirty="0"/>
          </a:p>
        </p:txBody>
      </p:sp>
      <p:sp>
        <p:nvSpPr>
          <p:cNvPr id="4" name="Text 1"/>
          <p:cNvSpPr>
            <a:spLocks noGrp="1"/>
          </p:cNvSpPr>
          <p:nvPr>
            <p:ph type="body" idx="102" hasCustomPrompt="1"/>
          </p:nvPr>
        </p:nvSpPr>
        <p:spPr>
          <a:xfrm>
            <a:off x="731520" y="3886200"/>
            <a:ext cx="7498080" cy="91440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1"/>
          </a:solidFill>
          <a:ln/>
        </p:spPr>
      </p:sp>
      <p:sp>
        <p:nvSpPr>
          <p:cNvPr id="3" name="Text 1"/>
          <p:cNvSpPr>
            <a:spLocks noGrp="1"/>
          </p:cNvSpPr>
          <p:nvPr>
            <p:ph type="title" idx="101" hasCustomPrompt="1"/>
          </p:nvPr>
        </p:nvSpPr>
        <p:spPr>
          <a:xfrm>
            <a:off x="548640" y="365760"/>
            <a:ext cx="11091672" cy="77724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4" name="Text 1"/>
          <p:cNvSpPr/>
          <p:nvPr/>
        </p:nvSpPr>
        <p:spPr>
          <a:xfrm>
            <a:off x="548640" y="6400800"/>
            <a:ext cx="4572000" cy="274320"/>
          </a:xfrm>
          <a:prstGeom prst="rect">
            <a:avLst/>
          </a:prstGeom>
          <a:noFill/>
          <a:ln/>
        </p:spPr>
        <p:txBody>
          <a:bodyPr wrap="square" lIns="0" tIns="0" rIns="0" bIns="0" rtlCol="0" anchor="ctr"/>
          <a:lstStyle/>
          <a:p>
            <a:pPr marL="0" indent="0">
              <a:buNone/>
            </a:pPr>
            <a:r>
              <a:rPr lang="en-US" sz="1000" dirty="0">
                <a:solidFill>
                  <a:schemeClr val="bg2"/>
                </a:solidFill>
              </a:rPr>
              <a:t>F1 2026 Season Analysis</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2.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731520" y="1828800"/>
            <a:ext cx="7680960" cy="1828800"/>
          </a:xfrm>
          <a:prstGeom prst="rect">
            <a:avLst/>
          </a:prstGeom>
          <a:noFill/>
          <a:ln/>
        </p:spPr>
        <p:txBody>
          <a:bodyPr wrap="square" lIns="0" tIns="0" rIns="0" bIns="0" rtlCol="0" anchor="b"/>
          <a:lstStyle/>
          <a:p>
            <a:pPr marL="0" indent="0" algn="l">
              <a:buNone/>
            </a:pPr>
            <a:r>
              <a:rPr lang="en-US" sz="5400" b="1" dirty="0">
                <a:solidFill>
                  <a:schemeClr val="bg1"/>
                </a:solidFill>
                <a:latin typeface="Gadugi" panose="020B0502040204020203" pitchFamily="34" charset="0"/>
                <a:ea typeface="Gadugi" panose="020B0502040204020203" pitchFamily="34" charset="0"/>
              </a:rPr>
              <a:t>F1 2026 Season Analysis</a:t>
            </a:r>
            <a:endParaRPr lang="en-US" sz="5400" dirty="0">
              <a:latin typeface="Gadugi" panose="020B0502040204020203" pitchFamily="34" charset="0"/>
              <a:ea typeface="Gadugi" panose="020B0502040204020203" pitchFamily="34" charset="0"/>
            </a:endParaRPr>
          </a:p>
        </p:txBody>
      </p:sp>
      <p:sp>
        <p:nvSpPr>
          <p:cNvPr id="3" name="Text 1"/>
          <p:cNvSpPr>
            <a:spLocks noGrp="1"/>
          </p:cNvSpPr>
          <p:nvPr>
            <p:ph type="body" idx="102" hasCustomPrompt="1"/>
          </p:nvPr>
        </p:nvSpPr>
        <p:spPr>
          <a:xfrm>
            <a:off x="731520" y="3886200"/>
            <a:ext cx="7498080" cy="914400"/>
          </a:xfrm>
          <a:prstGeom prst="rect">
            <a:avLst/>
          </a:prstGeom>
          <a:noFill/>
          <a:ln/>
        </p:spPr>
        <p:txBody>
          <a:bodyPr wrap="square" lIns="0" tIns="0" rIns="0" bIns="0" rtlCol="0" anchor="t"/>
          <a:lstStyle/>
          <a:p>
            <a:pPr marL="0" indent="0" algn="l">
              <a:buNone/>
            </a:pPr>
            <a:r>
              <a:rPr lang="en-US" sz="2000" dirty="0">
                <a:solidFill>
                  <a:schemeClr val="bg2"/>
                </a:solidFill>
                <a:latin typeface="Gadugi" panose="020B0502040204020203" pitchFamily="34" charset="0"/>
                <a:ea typeface="Gadugi" panose="020B0502040204020203" pitchFamily="34" charset="0"/>
              </a:rPr>
              <a:t>Race winners, teams and calendar through Round 19</a:t>
            </a:r>
            <a:endParaRPr lang="en-US" sz="2000" dirty="0">
              <a:latin typeface="Gadugi" panose="020B0502040204020203" pitchFamily="34" charset="0"/>
              <a:ea typeface="Gadugi" panose="020B0502040204020203" pitchFamily="34" charset="0"/>
            </a:endParaRPr>
          </a:p>
          <a:p>
            <a:pPr marL="0" indent="0" algn="l">
              <a:buNone/>
            </a:pPr>
            <a:r>
              <a:rPr lang="en-US" sz="2000" dirty="0">
                <a:solidFill>
                  <a:schemeClr val="bg2"/>
                </a:solidFill>
                <a:latin typeface="Gadugi" panose="020B0502040204020203" pitchFamily="34" charset="0"/>
                <a:ea typeface="Gadugi" panose="020B0502040204020203" pitchFamily="34" charset="0"/>
              </a:rPr>
              <a:t>Data as of October 27, 2026</a:t>
            </a:r>
            <a:endParaRPr lang="en-US" sz="2000" dirty="0">
              <a:latin typeface="Gadugi" panose="020B0502040204020203" pitchFamily="34" charset="0"/>
              <a:ea typeface="Gadugi" panose="020B0502040204020203" pitchFamily="34" charset="0"/>
            </a:endParaRPr>
          </a:p>
        </p:txBody>
      </p:sp>
      <p:sp>
        <p:nvSpPr>
          <p:cNvPr id="4" name="Chequer 00"/>
          <p:cNvSpPr/>
          <p:nvPr/>
        </p:nvSpPr>
        <p:spPr>
          <a:xfrm>
            <a:off x="9006840" y="1600200"/>
            <a:ext cx="457200" cy="457200"/>
          </a:xfrm>
          <a:prstGeom prst="rect">
            <a:avLst/>
          </a:prstGeom>
          <a:solidFill>
            <a:schemeClr val="bg1">
              <a:alpha val="12000"/>
            </a:schemeClr>
          </a:solidFill>
          <a:ln/>
        </p:spPr>
      </p:sp>
      <p:sp>
        <p:nvSpPr>
          <p:cNvPr id="5" name="Chequer 02"/>
          <p:cNvSpPr/>
          <p:nvPr/>
        </p:nvSpPr>
        <p:spPr>
          <a:xfrm>
            <a:off x="9921240" y="1600200"/>
            <a:ext cx="457200" cy="457200"/>
          </a:xfrm>
          <a:prstGeom prst="rect">
            <a:avLst/>
          </a:prstGeom>
          <a:solidFill>
            <a:schemeClr val="bg1">
              <a:alpha val="12000"/>
            </a:schemeClr>
          </a:solidFill>
          <a:ln/>
        </p:spPr>
      </p:sp>
      <p:sp>
        <p:nvSpPr>
          <p:cNvPr id="6" name="Chequer 04"/>
          <p:cNvSpPr/>
          <p:nvPr/>
        </p:nvSpPr>
        <p:spPr>
          <a:xfrm>
            <a:off x="10835640" y="1600200"/>
            <a:ext cx="457200" cy="457200"/>
          </a:xfrm>
          <a:prstGeom prst="rect">
            <a:avLst/>
          </a:prstGeom>
          <a:solidFill>
            <a:schemeClr val="bg1">
              <a:alpha val="12000"/>
            </a:schemeClr>
          </a:solidFill>
          <a:ln/>
        </p:spPr>
      </p:sp>
      <p:sp>
        <p:nvSpPr>
          <p:cNvPr id="7" name="Chequer 11"/>
          <p:cNvSpPr/>
          <p:nvPr/>
        </p:nvSpPr>
        <p:spPr>
          <a:xfrm>
            <a:off x="9464040" y="2057400"/>
            <a:ext cx="457200" cy="457200"/>
          </a:xfrm>
          <a:prstGeom prst="rect">
            <a:avLst/>
          </a:prstGeom>
          <a:solidFill>
            <a:schemeClr val="bg1">
              <a:alpha val="12000"/>
            </a:schemeClr>
          </a:solidFill>
          <a:ln/>
        </p:spPr>
      </p:sp>
      <p:sp>
        <p:nvSpPr>
          <p:cNvPr id="8" name="Chequer 13"/>
          <p:cNvSpPr/>
          <p:nvPr/>
        </p:nvSpPr>
        <p:spPr>
          <a:xfrm>
            <a:off x="10378440" y="2057400"/>
            <a:ext cx="457200" cy="457200"/>
          </a:xfrm>
          <a:prstGeom prst="rect">
            <a:avLst/>
          </a:prstGeom>
          <a:solidFill>
            <a:schemeClr val="bg1">
              <a:alpha val="12000"/>
            </a:schemeClr>
          </a:solidFill>
          <a:ln/>
        </p:spPr>
      </p:sp>
      <p:sp>
        <p:nvSpPr>
          <p:cNvPr id="9" name="Chequer 15"/>
          <p:cNvSpPr/>
          <p:nvPr/>
        </p:nvSpPr>
        <p:spPr>
          <a:xfrm>
            <a:off x="11292840" y="2057400"/>
            <a:ext cx="457200" cy="457200"/>
          </a:xfrm>
          <a:prstGeom prst="rect">
            <a:avLst/>
          </a:prstGeom>
          <a:solidFill>
            <a:schemeClr val="bg1">
              <a:alpha val="12000"/>
            </a:schemeClr>
          </a:solidFill>
          <a:ln/>
        </p:spPr>
      </p:sp>
      <p:sp>
        <p:nvSpPr>
          <p:cNvPr id="10" name="Chequer 20"/>
          <p:cNvSpPr/>
          <p:nvPr/>
        </p:nvSpPr>
        <p:spPr>
          <a:xfrm>
            <a:off x="9006840" y="2514600"/>
            <a:ext cx="457200" cy="457200"/>
          </a:xfrm>
          <a:prstGeom prst="rect">
            <a:avLst/>
          </a:prstGeom>
          <a:solidFill>
            <a:schemeClr val="bg1">
              <a:alpha val="12000"/>
            </a:schemeClr>
          </a:solidFill>
          <a:ln/>
        </p:spPr>
      </p:sp>
      <p:sp>
        <p:nvSpPr>
          <p:cNvPr id="11" name="Chequer 22"/>
          <p:cNvSpPr/>
          <p:nvPr/>
        </p:nvSpPr>
        <p:spPr>
          <a:xfrm>
            <a:off x="9921240" y="2514600"/>
            <a:ext cx="457200" cy="457200"/>
          </a:xfrm>
          <a:prstGeom prst="rect">
            <a:avLst/>
          </a:prstGeom>
          <a:solidFill>
            <a:schemeClr val="bg1">
              <a:alpha val="12000"/>
            </a:schemeClr>
          </a:solidFill>
          <a:ln/>
        </p:spPr>
      </p:sp>
      <p:sp>
        <p:nvSpPr>
          <p:cNvPr id="12" name="Chequer 24"/>
          <p:cNvSpPr/>
          <p:nvPr/>
        </p:nvSpPr>
        <p:spPr>
          <a:xfrm>
            <a:off x="10835640" y="2514600"/>
            <a:ext cx="457200" cy="457200"/>
          </a:xfrm>
          <a:prstGeom prst="rect">
            <a:avLst/>
          </a:prstGeom>
          <a:solidFill>
            <a:schemeClr val="bg1">
              <a:alpha val="12000"/>
            </a:schemeClr>
          </a:solidFill>
          <a:ln/>
        </p:spPr>
      </p:sp>
      <p:sp>
        <p:nvSpPr>
          <p:cNvPr id="13" name="Chequer 31"/>
          <p:cNvSpPr/>
          <p:nvPr/>
        </p:nvSpPr>
        <p:spPr>
          <a:xfrm>
            <a:off x="9464040" y="2971800"/>
            <a:ext cx="457200" cy="457200"/>
          </a:xfrm>
          <a:prstGeom prst="rect">
            <a:avLst/>
          </a:prstGeom>
          <a:solidFill>
            <a:schemeClr val="bg1">
              <a:alpha val="12000"/>
            </a:schemeClr>
          </a:solidFill>
          <a:ln/>
        </p:spPr>
      </p:sp>
      <p:sp>
        <p:nvSpPr>
          <p:cNvPr id="14" name="Chequer 33"/>
          <p:cNvSpPr/>
          <p:nvPr/>
        </p:nvSpPr>
        <p:spPr>
          <a:xfrm>
            <a:off x="10378440" y="2971800"/>
            <a:ext cx="457200" cy="457200"/>
          </a:xfrm>
          <a:prstGeom prst="rect">
            <a:avLst/>
          </a:prstGeom>
          <a:solidFill>
            <a:schemeClr val="bg1">
              <a:alpha val="12000"/>
            </a:schemeClr>
          </a:solidFill>
          <a:ln/>
        </p:spPr>
      </p:sp>
      <p:sp>
        <p:nvSpPr>
          <p:cNvPr id="15" name="Chequer 35"/>
          <p:cNvSpPr/>
          <p:nvPr/>
        </p:nvSpPr>
        <p:spPr>
          <a:xfrm>
            <a:off x="11292840" y="2971800"/>
            <a:ext cx="457200" cy="457200"/>
          </a:xfrm>
          <a:prstGeom prst="rect">
            <a:avLst/>
          </a:prstGeom>
          <a:solidFill>
            <a:schemeClr val="bg1">
              <a:alpha val="12000"/>
            </a:schemeClr>
          </a:solidFill>
          <a:ln/>
        </p:spPr>
      </p:sp>
      <p:sp>
        <p:nvSpPr>
          <p:cNvPr id="16" name="Chequer 40"/>
          <p:cNvSpPr/>
          <p:nvPr/>
        </p:nvSpPr>
        <p:spPr>
          <a:xfrm>
            <a:off x="9006840" y="3429000"/>
            <a:ext cx="457200" cy="457200"/>
          </a:xfrm>
          <a:prstGeom prst="rect">
            <a:avLst/>
          </a:prstGeom>
          <a:solidFill>
            <a:schemeClr val="bg1">
              <a:alpha val="12000"/>
            </a:schemeClr>
          </a:solidFill>
          <a:ln/>
        </p:spPr>
      </p:sp>
      <p:sp>
        <p:nvSpPr>
          <p:cNvPr id="17" name="Chequer 42"/>
          <p:cNvSpPr/>
          <p:nvPr/>
        </p:nvSpPr>
        <p:spPr>
          <a:xfrm>
            <a:off x="9921240" y="3429000"/>
            <a:ext cx="457200" cy="457200"/>
          </a:xfrm>
          <a:prstGeom prst="rect">
            <a:avLst/>
          </a:prstGeom>
          <a:solidFill>
            <a:schemeClr val="bg1">
              <a:alpha val="12000"/>
            </a:schemeClr>
          </a:solidFill>
          <a:ln/>
        </p:spPr>
      </p:sp>
      <p:sp>
        <p:nvSpPr>
          <p:cNvPr id="18" name="Chequer 44"/>
          <p:cNvSpPr/>
          <p:nvPr/>
        </p:nvSpPr>
        <p:spPr>
          <a:xfrm>
            <a:off x="10835640" y="3429000"/>
            <a:ext cx="457200" cy="457200"/>
          </a:xfrm>
          <a:prstGeom prst="rect">
            <a:avLst/>
          </a:prstGeom>
          <a:solidFill>
            <a:schemeClr val="bg1">
              <a:alpha val="12000"/>
            </a:schemeClr>
          </a:solidFill>
          <a:ln/>
        </p:spPr>
      </p:sp>
      <p:sp>
        <p:nvSpPr>
          <p:cNvPr id="19" name="Chequer 51"/>
          <p:cNvSpPr/>
          <p:nvPr/>
        </p:nvSpPr>
        <p:spPr>
          <a:xfrm>
            <a:off x="9464040" y="3886200"/>
            <a:ext cx="457200" cy="457200"/>
          </a:xfrm>
          <a:prstGeom prst="rect">
            <a:avLst/>
          </a:prstGeom>
          <a:solidFill>
            <a:schemeClr val="bg1">
              <a:alpha val="12000"/>
            </a:schemeClr>
          </a:solidFill>
          <a:ln/>
        </p:spPr>
      </p:sp>
      <p:sp>
        <p:nvSpPr>
          <p:cNvPr id="20" name="Chequer 53"/>
          <p:cNvSpPr/>
          <p:nvPr/>
        </p:nvSpPr>
        <p:spPr>
          <a:xfrm>
            <a:off x="10378440" y="3886200"/>
            <a:ext cx="457200" cy="457200"/>
          </a:xfrm>
          <a:prstGeom prst="rect">
            <a:avLst/>
          </a:prstGeom>
          <a:solidFill>
            <a:schemeClr val="bg1">
              <a:alpha val="12000"/>
            </a:schemeClr>
          </a:solidFill>
          <a:ln/>
        </p:spPr>
      </p:sp>
      <p:sp>
        <p:nvSpPr>
          <p:cNvPr id="21" name="Chequer 55"/>
          <p:cNvSpPr/>
          <p:nvPr/>
        </p:nvSpPr>
        <p:spPr>
          <a:xfrm>
            <a:off x="11292840" y="3886200"/>
            <a:ext cx="457200" cy="457200"/>
          </a:xfrm>
          <a:prstGeom prst="rect">
            <a:avLst/>
          </a:prstGeom>
          <a:solidFill>
            <a:schemeClr val="bg1">
              <a:alpha val="12000"/>
            </a:schemeClr>
          </a:solidFill>
          <a:ln/>
        </p:spPr>
      </p:sp>
      <p:sp>
        <p:nvSpPr>
          <p:cNvPr id="22" name="Chequer 60"/>
          <p:cNvSpPr/>
          <p:nvPr/>
        </p:nvSpPr>
        <p:spPr>
          <a:xfrm>
            <a:off x="9006840" y="4343400"/>
            <a:ext cx="457200" cy="457200"/>
          </a:xfrm>
          <a:prstGeom prst="rect">
            <a:avLst/>
          </a:prstGeom>
          <a:solidFill>
            <a:schemeClr val="bg1">
              <a:alpha val="12000"/>
            </a:schemeClr>
          </a:solidFill>
          <a:ln/>
        </p:spPr>
      </p:sp>
      <p:sp>
        <p:nvSpPr>
          <p:cNvPr id="23" name="Chequer 62"/>
          <p:cNvSpPr/>
          <p:nvPr/>
        </p:nvSpPr>
        <p:spPr>
          <a:xfrm>
            <a:off x="9921240" y="4343400"/>
            <a:ext cx="457200" cy="457200"/>
          </a:xfrm>
          <a:prstGeom prst="rect">
            <a:avLst/>
          </a:prstGeom>
          <a:solidFill>
            <a:schemeClr val="bg1">
              <a:alpha val="12000"/>
            </a:schemeClr>
          </a:solidFill>
          <a:ln/>
        </p:spPr>
      </p:sp>
      <p:sp>
        <p:nvSpPr>
          <p:cNvPr id="24" name="Chequer 64"/>
          <p:cNvSpPr/>
          <p:nvPr/>
        </p:nvSpPr>
        <p:spPr>
          <a:xfrm>
            <a:off x="10835640" y="4343400"/>
            <a:ext cx="457200" cy="457200"/>
          </a:xfrm>
          <a:prstGeom prst="rect">
            <a:avLst/>
          </a:prstGeom>
          <a:solidFill>
            <a:schemeClr val="bg1">
              <a:alpha val="12000"/>
            </a:schemeClr>
          </a:solidFill>
          <a:ln/>
        </p:spPr>
      </p:sp>
      <p:sp>
        <p:nvSpPr>
          <p:cNvPr id="25" name="Chequer 71"/>
          <p:cNvSpPr/>
          <p:nvPr/>
        </p:nvSpPr>
        <p:spPr>
          <a:xfrm>
            <a:off x="9464040" y="4800600"/>
            <a:ext cx="457200" cy="457200"/>
          </a:xfrm>
          <a:prstGeom prst="rect">
            <a:avLst/>
          </a:prstGeom>
          <a:solidFill>
            <a:schemeClr val="bg1">
              <a:alpha val="12000"/>
            </a:schemeClr>
          </a:solidFill>
          <a:ln/>
        </p:spPr>
      </p:sp>
      <p:sp>
        <p:nvSpPr>
          <p:cNvPr id="26" name="Chequer 73"/>
          <p:cNvSpPr/>
          <p:nvPr/>
        </p:nvSpPr>
        <p:spPr>
          <a:xfrm>
            <a:off x="10378440" y="4800600"/>
            <a:ext cx="457200" cy="457200"/>
          </a:xfrm>
          <a:prstGeom prst="rect">
            <a:avLst/>
          </a:prstGeom>
          <a:solidFill>
            <a:schemeClr val="bg1">
              <a:alpha val="12000"/>
            </a:schemeClr>
          </a:solidFill>
          <a:ln/>
        </p:spPr>
      </p:sp>
      <p:sp>
        <p:nvSpPr>
          <p:cNvPr id="27" name="Chequer 75"/>
          <p:cNvSpPr/>
          <p:nvPr/>
        </p:nvSpPr>
        <p:spPr>
          <a:xfrm>
            <a:off x="11292840" y="4800600"/>
            <a:ext cx="457200" cy="457200"/>
          </a:xfrm>
          <a:prstGeom prst="rect">
            <a:avLst/>
          </a:prstGeom>
          <a:solidFill>
            <a:schemeClr val="bg1">
              <a:alpha val="12000"/>
            </a:schemeClr>
          </a:solidFill>
          <a:ln/>
        </p:spPr>
      </p:sp>
      <p:sp>
        <p:nvSpPr>
          <p:cNvPr id="28" name="Team chip 1"/>
          <p:cNvSpPr/>
          <p:nvPr/>
        </p:nvSpPr>
        <p:spPr>
          <a:xfrm>
            <a:off x="731520" y="5486400"/>
            <a:ext cx="411480" cy="411480"/>
          </a:xfrm>
          <a:prstGeom prst="roundRect">
            <a:avLst>
              <a:gd name="adj" fmla="val 17778"/>
            </a:avLst>
          </a:prstGeom>
          <a:solidFill>
            <a:schemeClr val="accent2"/>
          </a:solidFill>
          <a:ln/>
        </p:spPr>
      </p:sp>
      <p:sp>
        <p:nvSpPr>
          <p:cNvPr id="29" name="Team chip 2"/>
          <p:cNvSpPr/>
          <p:nvPr/>
        </p:nvSpPr>
        <p:spPr>
          <a:xfrm>
            <a:off x="1280160" y="5486400"/>
            <a:ext cx="411480" cy="411480"/>
          </a:xfrm>
          <a:prstGeom prst="roundRect">
            <a:avLst>
              <a:gd name="adj" fmla="val 17778"/>
            </a:avLst>
          </a:prstGeom>
          <a:solidFill>
            <a:schemeClr val="accent1"/>
          </a:solidFill>
          <a:ln/>
        </p:spPr>
      </p:sp>
      <p:sp>
        <p:nvSpPr>
          <p:cNvPr id="30" name="Team chip 3"/>
          <p:cNvSpPr/>
          <p:nvPr/>
        </p:nvSpPr>
        <p:spPr>
          <a:xfrm>
            <a:off x="1828800" y="5486400"/>
            <a:ext cx="411480" cy="411480"/>
          </a:xfrm>
          <a:prstGeom prst="roundRect">
            <a:avLst>
              <a:gd name="adj" fmla="val 17778"/>
            </a:avLst>
          </a:prstGeom>
          <a:solidFill>
            <a:schemeClr val="accent3"/>
          </a:solidFill>
          <a:ln/>
        </p:spPr>
      </p:sp>
      <p:sp>
        <p:nvSpPr>
          <p:cNvPr id="31" name="Team chip 4"/>
          <p:cNvSpPr/>
          <p:nvPr/>
        </p:nvSpPr>
        <p:spPr>
          <a:xfrm>
            <a:off x="2377440" y="5486400"/>
            <a:ext cx="411480" cy="411480"/>
          </a:xfrm>
          <a:prstGeom prst="roundRect">
            <a:avLst>
              <a:gd name="adj" fmla="val 17778"/>
            </a:avLst>
          </a:prstGeom>
          <a:solidFill>
            <a:schemeClr val="accent4"/>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latin typeface="Gadugi" panose="020B0502040204020203" pitchFamily="34" charset="0"/>
                <a:ea typeface="Gadugi" panose="020B0502040204020203" pitchFamily="34" charset="0"/>
              </a:rPr>
              <a:t>Executive summary</a:t>
            </a:r>
            <a:endParaRPr lang="en-US" sz="3400" dirty="0">
              <a:latin typeface="Gadugi" panose="020B0502040204020203" pitchFamily="34" charset="0"/>
              <a:ea typeface="Gadugi" panose="020B0502040204020203" pitchFamily="34" charset="0"/>
            </a:endParaRPr>
          </a:p>
        </p:txBody>
      </p:sp>
      <p:sp>
        <p:nvSpPr>
          <p:cNvPr id="3" name="Stat card 1"/>
          <p:cNvSpPr/>
          <p:nvPr/>
        </p:nvSpPr>
        <p:spPr>
          <a:xfrm>
            <a:off x="548640" y="1371600"/>
            <a:ext cx="2606040" cy="1508760"/>
          </a:xfrm>
          <a:prstGeom prst="roundRect">
            <a:avLst>
              <a:gd name="adj" fmla="val 7273"/>
            </a:avLst>
          </a:prstGeom>
          <a:solidFill>
            <a:schemeClr val="bg2"/>
          </a:solidFill>
          <a:ln/>
        </p:spPr>
      </p:sp>
      <p:sp>
        <p:nvSpPr>
          <p:cNvPr id="4" name="Icon rounds scheduled circle"/>
          <p:cNvSpPr/>
          <p:nvPr/>
        </p:nvSpPr>
        <p:spPr>
          <a:xfrm>
            <a:off x="777240" y="1536192"/>
            <a:ext cx="457200" cy="457200"/>
          </a:xfrm>
          <a:prstGeom prst="ellipse">
            <a:avLst/>
          </a:prstGeom>
          <a:solidFill>
            <a:schemeClr val="accent1"/>
          </a:solidFill>
          <a:ln/>
        </p:spPr>
      </p:sp>
      <p:pic>
        <p:nvPicPr>
          <p:cNvPr id="5" name="Icon rounds scheduled" descr="Icon rounds scheduled"/>
          <p:cNvPicPr>
            <a:picLocks noChangeAspect="1"/>
          </p:cNvPicPr>
          <p:nvPr/>
        </p:nvPicPr>
        <p:blipFill>
          <a:blip r:embed="rId3"/>
          <a:stretch>
            <a:fillRect/>
          </a:stretch>
        </p:blipFill>
        <p:spPr>
          <a:xfrm>
            <a:off x="905256" y="1664208"/>
            <a:ext cx="201168" cy="201168"/>
          </a:xfrm>
          <a:prstGeom prst="rect">
            <a:avLst/>
          </a:prstGeom>
        </p:spPr>
      </p:pic>
      <p:sp>
        <p:nvSpPr>
          <p:cNvPr id="6" name="Text 3"/>
          <p:cNvSpPr txBox="1"/>
          <p:nvPr/>
        </p:nvSpPr>
        <p:spPr>
          <a:xfrm>
            <a:off x="1417320" y="1508760"/>
            <a:ext cx="1600200" cy="640080"/>
          </a:xfrm>
          <a:prstGeom prst="rect">
            <a:avLst/>
          </a:prstGeom>
          <a:noFill/>
          <a:ln/>
        </p:spPr>
        <p:txBody>
          <a:bodyPr wrap="square" lIns="0" tIns="0" rIns="0" bIns="0" rtlCol="0" anchor="ctr"/>
          <a:lstStyle/>
          <a:p>
            <a:pPr marL="0" indent="0">
              <a:buNone/>
            </a:pPr>
            <a:r>
              <a:rPr lang="en-US" sz="4400" b="1" dirty="0">
                <a:solidFill>
                  <a:schemeClr val="tx1"/>
                </a:solidFill>
                <a:latin typeface="Gadugi" panose="020B0502040204020203" pitchFamily="34" charset="0"/>
                <a:ea typeface="Gadugi" panose="020B0502040204020203" pitchFamily="34" charset="0"/>
                <a:cs typeface="Arial" pitchFamily="34" charset="-120"/>
              </a:rPr>
              <a:t>24</a:t>
            </a:r>
            <a:endParaRPr lang="en-US" sz="4400" dirty="0">
              <a:latin typeface="Gadugi" panose="020B0502040204020203" pitchFamily="34" charset="0"/>
              <a:ea typeface="Gadugi" panose="020B0502040204020203" pitchFamily="34" charset="0"/>
            </a:endParaRPr>
          </a:p>
        </p:txBody>
      </p:sp>
      <p:sp>
        <p:nvSpPr>
          <p:cNvPr id="7" name="Text 4"/>
          <p:cNvSpPr txBox="1"/>
          <p:nvPr/>
        </p:nvSpPr>
        <p:spPr>
          <a:xfrm>
            <a:off x="777240" y="2286000"/>
            <a:ext cx="2240280" cy="320040"/>
          </a:xfrm>
          <a:prstGeom prst="rect">
            <a:avLst/>
          </a:prstGeom>
          <a:noFill/>
          <a:ln/>
        </p:spPr>
        <p:txBody>
          <a:bodyPr wrap="square" lIns="0" tIns="0" rIns="0" bIns="0" rtlCol="0" anchor="ctr"/>
          <a:lstStyle/>
          <a:p>
            <a:pPr marL="0" indent="0">
              <a:buNone/>
            </a:pPr>
            <a:r>
              <a:rPr lang="en-US" sz="1400" dirty="0">
                <a:solidFill>
                  <a:schemeClr val="tx2"/>
                </a:solidFill>
                <a:latin typeface="Gadugi" panose="020B0502040204020203" pitchFamily="34" charset="0"/>
                <a:ea typeface="Gadugi" panose="020B0502040204020203" pitchFamily="34" charset="0"/>
              </a:rPr>
              <a:t>rounds scheduled</a:t>
            </a:r>
            <a:endParaRPr lang="en-US" sz="1400" dirty="0">
              <a:latin typeface="Gadugi" panose="020B0502040204020203" pitchFamily="34" charset="0"/>
              <a:ea typeface="Gadugi" panose="020B0502040204020203" pitchFamily="34" charset="0"/>
            </a:endParaRPr>
          </a:p>
        </p:txBody>
      </p:sp>
      <p:sp>
        <p:nvSpPr>
          <p:cNvPr id="8" name="Stat card 2"/>
          <p:cNvSpPr/>
          <p:nvPr/>
        </p:nvSpPr>
        <p:spPr>
          <a:xfrm>
            <a:off x="3377184" y="1371600"/>
            <a:ext cx="2606040" cy="1508760"/>
          </a:xfrm>
          <a:prstGeom prst="roundRect">
            <a:avLst>
              <a:gd name="adj" fmla="val 7273"/>
            </a:avLst>
          </a:prstGeom>
          <a:solidFill>
            <a:schemeClr val="bg2"/>
          </a:solidFill>
          <a:ln/>
        </p:spPr>
      </p:sp>
      <p:sp>
        <p:nvSpPr>
          <p:cNvPr id="9" name="Icon races completed circle"/>
          <p:cNvSpPr/>
          <p:nvPr/>
        </p:nvSpPr>
        <p:spPr>
          <a:xfrm>
            <a:off x="3605784" y="1536192"/>
            <a:ext cx="457200" cy="457200"/>
          </a:xfrm>
          <a:prstGeom prst="ellipse">
            <a:avLst/>
          </a:prstGeom>
          <a:solidFill>
            <a:schemeClr val="accent2"/>
          </a:solidFill>
          <a:ln/>
        </p:spPr>
      </p:sp>
      <p:pic>
        <p:nvPicPr>
          <p:cNvPr id="10" name="Icon races completed" descr="Icon races completed"/>
          <p:cNvPicPr>
            <a:picLocks noChangeAspect="1"/>
          </p:cNvPicPr>
          <p:nvPr/>
        </p:nvPicPr>
        <p:blipFill>
          <a:blip r:embed="rId4"/>
          <a:stretch>
            <a:fillRect/>
          </a:stretch>
        </p:blipFill>
        <p:spPr>
          <a:xfrm>
            <a:off x="3733800" y="1664208"/>
            <a:ext cx="201168" cy="201168"/>
          </a:xfrm>
          <a:prstGeom prst="rect">
            <a:avLst/>
          </a:prstGeom>
        </p:spPr>
      </p:pic>
      <p:sp>
        <p:nvSpPr>
          <p:cNvPr id="11" name="Text 7"/>
          <p:cNvSpPr txBox="1"/>
          <p:nvPr/>
        </p:nvSpPr>
        <p:spPr>
          <a:xfrm>
            <a:off x="4245864" y="1508760"/>
            <a:ext cx="1600200" cy="640080"/>
          </a:xfrm>
          <a:prstGeom prst="rect">
            <a:avLst/>
          </a:prstGeom>
          <a:noFill/>
          <a:ln/>
        </p:spPr>
        <p:txBody>
          <a:bodyPr wrap="square" lIns="0" tIns="0" rIns="0" bIns="0" rtlCol="0" anchor="ctr"/>
          <a:lstStyle/>
          <a:p>
            <a:pPr marL="0" indent="0">
              <a:buNone/>
            </a:pPr>
            <a:r>
              <a:rPr lang="en-US" sz="4400" b="1" dirty="0">
                <a:solidFill>
                  <a:schemeClr val="tx1"/>
                </a:solidFill>
                <a:latin typeface="Gadugi" panose="020B0502040204020203" pitchFamily="34" charset="0"/>
                <a:ea typeface="Gadugi" panose="020B0502040204020203" pitchFamily="34" charset="0"/>
                <a:cs typeface="Arial" pitchFamily="34" charset="-120"/>
              </a:rPr>
              <a:t>18</a:t>
            </a:r>
            <a:endParaRPr lang="en-US" sz="4400" dirty="0">
              <a:latin typeface="Gadugi" panose="020B0502040204020203" pitchFamily="34" charset="0"/>
              <a:ea typeface="Gadugi" panose="020B0502040204020203" pitchFamily="34" charset="0"/>
            </a:endParaRPr>
          </a:p>
        </p:txBody>
      </p:sp>
      <p:sp>
        <p:nvSpPr>
          <p:cNvPr id="12" name="Text 8"/>
          <p:cNvSpPr txBox="1"/>
          <p:nvPr/>
        </p:nvSpPr>
        <p:spPr>
          <a:xfrm>
            <a:off x="3605784" y="2286000"/>
            <a:ext cx="2240280" cy="320040"/>
          </a:xfrm>
          <a:prstGeom prst="rect">
            <a:avLst/>
          </a:prstGeom>
          <a:noFill/>
          <a:ln/>
        </p:spPr>
        <p:txBody>
          <a:bodyPr wrap="square" lIns="0" tIns="0" rIns="0" bIns="0" rtlCol="0" anchor="ctr"/>
          <a:lstStyle/>
          <a:p>
            <a:pPr marL="0" indent="0">
              <a:buNone/>
            </a:pPr>
            <a:r>
              <a:rPr lang="en-US" sz="1400" dirty="0">
                <a:solidFill>
                  <a:schemeClr val="tx2"/>
                </a:solidFill>
                <a:latin typeface="Gadugi" panose="020B0502040204020203" pitchFamily="34" charset="0"/>
                <a:ea typeface="Gadugi" panose="020B0502040204020203" pitchFamily="34" charset="0"/>
              </a:rPr>
              <a:t>races completed</a:t>
            </a:r>
            <a:endParaRPr lang="en-US" sz="1400" dirty="0">
              <a:latin typeface="Gadugi" panose="020B0502040204020203" pitchFamily="34" charset="0"/>
              <a:ea typeface="Gadugi" panose="020B0502040204020203" pitchFamily="34" charset="0"/>
            </a:endParaRPr>
          </a:p>
        </p:txBody>
      </p:sp>
      <p:sp>
        <p:nvSpPr>
          <p:cNvPr id="13" name="Stat card 3"/>
          <p:cNvSpPr/>
          <p:nvPr/>
        </p:nvSpPr>
        <p:spPr>
          <a:xfrm>
            <a:off x="6205728" y="1371600"/>
            <a:ext cx="2606040" cy="1508760"/>
          </a:xfrm>
          <a:prstGeom prst="roundRect">
            <a:avLst>
              <a:gd name="adj" fmla="val 7273"/>
            </a:avLst>
          </a:prstGeom>
          <a:solidFill>
            <a:schemeClr val="bg2"/>
          </a:solidFill>
          <a:ln/>
        </p:spPr>
      </p:sp>
      <p:sp>
        <p:nvSpPr>
          <p:cNvPr id="14" name="Icon laps raced circle"/>
          <p:cNvSpPr/>
          <p:nvPr/>
        </p:nvSpPr>
        <p:spPr>
          <a:xfrm>
            <a:off x="6434328" y="1536192"/>
            <a:ext cx="457200" cy="457200"/>
          </a:xfrm>
          <a:prstGeom prst="ellipse">
            <a:avLst/>
          </a:prstGeom>
          <a:solidFill>
            <a:schemeClr val="accent5"/>
          </a:solidFill>
          <a:ln/>
        </p:spPr>
      </p:sp>
      <p:pic>
        <p:nvPicPr>
          <p:cNvPr id="15" name="Icon laps raced" descr="Icon laps raced"/>
          <p:cNvPicPr>
            <a:picLocks noChangeAspect="1"/>
          </p:cNvPicPr>
          <p:nvPr/>
        </p:nvPicPr>
        <p:blipFill>
          <a:blip r:embed="rId5"/>
          <a:stretch>
            <a:fillRect/>
          </a:stretch>
        </p:blipFill>
        <p:spPr>
          <a:xfrm>
            <a:off x="6562344" y="1664208"/>
            <a:ext cx="201168" cy="201168"/>
          </a:xfrm>
          <a:prstGeom prst="rect">
            <a:avLst/>
          </a:prstGeom>
        </p:spPr>
      </p:pic>
      <p:sp>
        <p:nvSpPr>
          <p:cNvPr id="16" name="Text 11"/>
          <p:cNvSpPr txBox="1"/>
          <p:nvPr/>
        </p:nvSpPr>
        <p:spPr>
          <a:xfrm>
            <a:off x="7074408" y="1508760"/>
            <a:ext cx="1600200" cy="640080"/>
          </a:xfrm>
          <a:prstGeom prst="rect">
            <a:avLst/>
          </a:prstGeom>
          <a:noFill/>
          <a:ln/>
        </p:spPr>
        <p:txBody>
          <a:bodyPr wrap="square" lIns="0" tIns="0" rIns="0" bIns="0" rtlCol="0" anchor="ctr"/>
          <a:lstStyle/>
          <a:p>
            <a:pPr marL="0" indent="0">
              <a:buNone/>
            </a:pPr>
            <a:r>
              <a:rPr lang="en-US" sz="4400" b="1" dirty="0">
                <a:solidFill>
                  <a:schemeClr val="tx1"/>
                </a:solidFill>
                <a:latin typeface="Gadugi" panose="020B0502040204020203" pitchFamily="34" charset="0"/>
                <a:ea typeface="Gadugi" panose="020B0502040204020203" pitchFamily="34" charset="0"/>
                <a:cs typeface="Arial" pitchFamily="34" charset="-120"/>
              </a:rPr>
              <a:t>1,080</a:t>
            </a:r>
            <a:endParaRPr lang="en-US" sz="4400" dirty="0">
              <a:latin typeface="Gadugi" panose="020B0502040204020203" pitchFamily="34" charset="0"/>
              <a:ea typeface="Gadugi" panose="020B0502040204020203" pitchFamily="34" charset="0"/>
            </a:endParaRPr>
          </a:p>
        </p:txBody>
      </p:sp>
      <p:sp>
        <p:nvSpPr>
          <p:cNvPr id="17" name="Text 12"/>
          <p:cNvSpPr txBox="1"/>
          <p:nvPr/>
        </p:nvSpPr>
        <p:spPr>
          <a:xfrm>
            <a:off x="6434328" y="2286000"/>
            <a:ext cx="2240280" cy="320040"/>
          </a:xfrm>
          <a:prstGeom prst="rect">
            <a:avLst/>
          </a:prstGeom>
          <a:noFill/>
          <a:ln/>
        </p:spPr>
        <p:txBody>
          <a:bodyPr wrap="square" lIns="0" tIns="0" rIns="0" bIns="0" rtlCol="0" anchor="ctr"/>
          <a:lstStyle/>
          <a:p>
            <a:pPr marL="0" indent="0">
              <a:buNone/>
            </a:pPr>
            <a:r>
              <a:rPr lang="en-US" sz="1400" dirty="0">
                <a:solidFill>
                  <a:schemeClr val="tx2"/>
                </a:solidFill>
                <a:latin typeface="Gadugi" panose="020B0502040204020203" pitchFamily="34" charset="0"/>
                <a:ea typeface="Gadugi" panose="020B0502040204020203" pitchFamily="34" charset="0"/>
              </a:rPr>
              <a:t>laps raced</a:t>
            </a:r>
            <a:endParaRPr lang="en-US" sz="1400" dirty="0">
              <a:latin typeface="Gadugi" panose="020B0502040204020203" pitchFamily="34" charset="0"/>
              <a:ea typeface="Gadugi" panose="020B0502040204020203" pitchFamily="34" charset="0"/>
            </a:endParaRPr>
          </a:p>
        </p:txBody>
      </p:sp>
      <p:sp>
        <p:nvSpPr>
          <p:cNvPr id="18" name="Stat card 4"/>
          <p:cNvSpPr/>
          <p:nvPr/>
        </p:nvSpPr>
        <p:spPr>
          <a:xfrm>
            <a:off x="9034272" y="1371600"/>
            <a:ext cx="2606040" cy="1508760"/>
          </a:xfrm>
          <a:prstGeom prst="roundRect">
            <a:avLst>
              <a:gd name="adj" fmla="val 7273"/>
            </a:avLst>
          </a:prstGeom>
          <a:solidFill>
            <a:schemeClr val="bg2"/>
          </a:solidFill>
          <a:ln/>
        </p:spPr>
      </p:sp>
      <p:sp>
        <p:nvSpPr>
          <p:cNvPr id="19" name="Icon different race winners circle"/>
          <p:cNvSpPr/>
          <p:nvPr/>
        </p:nvSpPr>
        <p:spPr>
          <a:xfrm>
            <a:off x="9262872" y="1536192"/>
            <a:ext cx="457200" cy="457200"/>
          </a:xfrm>
          <a:prstGeom prst="ellipse">
            <a:avLst/>
          </a:prstGeom>
          <a:solidFill>
            <a:schemeClr val="accent3"/>
          </a:solidFill>
          <a:ln/>
        </p:spPr>
      </p:sp>
      <p:pic>
        <p:nvPicPr>
          <p:cNvPr id="20" name="Icon different race winners" descr="Icon different race winners"/>
          <p:cNvPicPr>
            <a:picLocks noChangeAspect="1"/>
          </p:cNvPicPr>
          <p:nvPr/>
        </p:nvPicPr>
        <p:blipFill>
          <a:blip r:embed="rId6"/>
          <a:stretch>
            <a:fillRect/>
          </a:stretch>
        </p:blipFill>
        <p:spPr>
          <a:xfrm>
            <a:off x="9390888" y="1664208"/>
            <a:ext cx="201168" cy="201168"/>
          </a:xfrm>
          <a:prstGeom prst="rect">
            <a:avLst/>
          </a:prstGeom>
        </p:spPr>
      </p:pic>
      <p:sp>
        <p:nvSpPr>
          <p:cNvPr id="21" name="Text 15"/>
          <p:cNvSpPr txBox="1"/>
          <p:nvPr/>
        </p:nvSpPr>
        <p:spPr>
          <a:xfrm>
            <a:off x="9902952" y="1508760"/>
            <a:ext cx="1600200" cy="640080"/>
          </a:xfrm>
          <a:prstGeom prst="rect">
            <a:avLst/>
          </a:prstGeom>
          <a:noFill/>
          <a:ln/>
        </p:spPr>
        <p:txBody>
          <a:bodyPr wrap="square" lIns="0" tIns="0" rIns="0" bIns="0" rtlCol="0" anchor="ctr"/>
          <a:lstStyle/>
          <a:p>
            <a:pPr marL="0" indent="0">
              <a:buNone/>
            </a:pPr>
            <a:r>
              <a:rPr lang="en-US" sz="4400" b="1" dirty="0">
                <a:solidFill>
                  <a:schemeClr val="tx1"/>
                </a:solidFill>
                <a:latin typeface="Gadugi" panose="020B0502040204020203" pitchFamily="34" charset="0"/>
                <a:ea typeface="Gadugi" panose="020B0502040204020203" pitchFamily="34" charset="0"/>
                <a:cs typeface="Arial" pitchFamily="34" charset="-120"/>
              </a:rPr>
              <a:t>6</a:t>
            </a:r>
            <a:endParaRPr lang="en-US" sz="4400" dirty="0">
              <a:latin typeface="Gadugi" panose="020B0502040204020203" pitchFamily="34" charset="0"/>
              <a:ea typeface="Gadugi" panose="020B0502040204020203" pitchFamily="34" charset="0"/>
            </a:endParaRPr>
          </a:p>
        </p:txBody>
      </p:sp>
      <p:sp>
        <p:nvSpPr>
          <p:cNvPr id="22" name="Text 16"/>
          <p:cNvSpPr txBox="1"/>
          <p:nvPr/>
        </p:nvSpPr>
        <p:spPr>
          <a:xfrm>
            <a:off x="9262872" y="2286000"/>
            <a:ext cx="2240280" cy="320040"/>
          </a:xfrm>
          <a:prstGeom prst="rect">
            <a:avLst/>
          </a:prstGeom>
          <a:noFill/>
          <a:ln/>
        </p:spPr>
        <p:txBody>
          <a:bodyPr wrap="square" lIns="0" tIns="0" rIns="0" bIns="0" rtlCol="0" anchor="ctr"/>
          <a:lstStyle/>
          <a:p>
            <a:pPr marL="0" indent="0">
              <a:buNone/>
            </a:pPr>
            <a:r>
              <a:rPr lang="en-US" sz="1400" dirty="0">
                <a:solidFill>
                  <a:schemeClr val="tx2"/>
                </a:solidFill>
                <a:latin typeface="Gadugi" panose="020B0502040204020203" pitchFamily="34" charset="0"/>
                <a:ea typeface="Gadugi" panose="020B0502040204020203" pitchFamily="34" charset="0"/>
              </a:rPr>
              <a:t>different race winners</a:t>
            </a:r>
            <a:endParaRPr lang="en-US" sz="1400" dirty="0">
              <a:latin typeface="Gadugi" panose="020B0502040204020203" pitchFamily="34" charset="0"/>
              <a:ea typeface="Gadugi" panose="020B0502040204020203" pitchFamily="34" charset="0"/>
            </a:endParaRPr>
          </a:p>
        </p:txBody>
      </p:sp>
      <p:sp>
        <p:nvSpPr>
          <p:cNvPr id="23" name="Takeaway row 1"/>
          <p:cNvSpPr/>
          <p:nvPr/>
        </p:nvSpPr>
        <p:spPr>
          <a:xfrm>
            <a:off x="548640" y="3154680"/>
            <a:ext cx="11091672" cy="896112"/>
          </a:xfrm>
          <a:prstGeom prst="roundRect">
            <a:avLst>
              <a:gd name="adj" fmla="val 12245"/>
            </a:avLst>
          </a:prstGeom>
          <a:solidFill>
            <a:schemeClr val="bg2"/>
          </a:solidFill>
          <a:ln/>
        </p:spPr>
      </p:sp>
      <p:sp>
        <p:nvSpPr>
          <p:cNvPr id="24" name="Icon Mercedes dominates circle"/>
          <p:cNvSpPr/>
          <p:nvPr/>
        </p:nvSpPr>
        <p:spPr>
          <a:xfrm>
            <a:off x="777240" y="3337560"/>
            <a:ext cx="530352" cy="530352"/>
          </a:xfrm>
          <a:prstGeom prst="ellipse">
            <a:avLst/>
          </a:prstGeom>
          <a:solidFill>
            <a:schemeClr val="accent2"/>
          </a:solidFill>
          <a:ln/>
        </p:spPr>
      </p:sp>
      <p:pic>
        <p:nvPicPr>
          <p:cNvPr id="25" name="Icon Mercedes dominates" descr="Icon Mercedes dominates"/>
          <p:cNvPicPr>
            <a:picLocks noChangeAspect="1"/>
          </p:cNvPicPr>
          <p:nvPr/>
        </p:nvPicPr>
        <p:blipFill>
          <a:blip r:embed="rId7"/>
          <a:stretch>
            <a:fillRect/>
          </a:stretch>
        </p:blipFill>
        <p:spPr>
          <a:xfrm>
            <a:off x="925739" y="3486059"/>
            <a:ext cx="233355" cy="233355"/>
          </a:xfrm>
          <a:prstGeom prst="rect">
            <a:avLst/>
          </a:prstGeom>
        </p:spPr>
      </p:pic>
      <p:sp>
        <p:nvSpPr>
          <p:cNvPr id="26" name="Text 19"/>
          <p:cNvSpPr txBox="1"/>
          <p:nvPr/>
        </p:nvSpPr>
        <p:spPr>
          <a:xfrm>
            <a:off x="1554480" y="3154680"/>
            <a:ext cx="2926080" cy="896112"/>
          </a:xfrm>
          <a:prstGeom prst="rect">
            <a:avLst/>
          </a:prstGeom>
          <a:noFill/>
          <a:ln/>
        </p:spPr>
        <p:txBody>
          <a:bodyPr wrap="square" lIns="0" tIns="0" rIns="0" bIns="0" rtlCol="0" anchor="ctr"/>
          <a:lstStyle/>
          <a:p>
            <a:pPr marL="0" indent="0">
              <a:buNone/>
            </a:pPr>
            <a:r>
              <a:rPr lang="en-US" sz="1800" b="1" dirty="0">
                <a:solidFill>
                  <a:schemeClr val="tx1"/>
                </a:solidFill>
                <a:latin typeface="Gadugi" panose="020B0502040204020203" pitchFamily="34" charset="0"/>
                <a:ea typeface="Gadugi" panose="020B0502040204020203" pitchFamily="34" charset="0"/>
                <a:cs typeface="Arial" pitchFamily="34" charset="-120"/>
              </a:rPr>
              <a:t>Mercedes dominates</a:t>
            </a:r>
            <a:endParaRPr lang="en-US" sz="1800" dirty="0">
              <a:latin typeface="Gadugi" panose="020B0502040204020203" pitchFamily="34" charset="0"/>
              <a:ea typeface="Gadugi" panose="020B0502040204020203" pitchFamily="34" charset="0"/>
            </a:endParaRPr>
          </a:p>
        </p:txBody>
      </p:sp>
      <p:sp>
        <p:nvSpPr>
          <p:cNvPr id="27" name="Text 20"/>
          <p:cNvSpPr txBox="1"/>
          <p:nvPr/>
        </p:nvSpPr>
        <p:spPr>
          <a:xfrm>
            <a:off x="4572000" y="3154680"/>
            <a:ext cx="6858000" cy="896112"/>
          </a:xfrm>
          <a:prstGeom prst="rect">
            <a:avLst/>
          </a:prstGeom>
          <a:noFill/>
          <a:ln/>
        </p:spPr>
        <p:txBody>
          <a:bodyPr wrap="square" lIns="0" tIns="0" rIns="0" bIns="0" rtlCol="0" anchor="ctr"/>
          <a:lstStyle/>
          <a:p>
            <a:pPr marL="0" indent="0">
              <a:buNone/>
            </a:pPr>
            <a:r>
              <a:rPr lang="en-US" sz="1400" dirty="0">
                <a:solidFill>
                  <a:schemeClr val="tx1"/>
                </a:solidFill>
                <a:latin typeface="Gadugi" panose="020B0502040204020203" pitchFamily="34" charset="0"/>
                <a:ea typeface="Gadugi" panose="020B0502040204020203" pitchFamily="34" charset="0"/>
              </a:rPr>
              <a:t>Mercedes won 12 of 18 completed races (67%). Kimi Antonelli alone took 9 of them, half of the season's wins.</a:t>
            </a:r>
            <a:endParaRPr lang="en-US" sz="1400" dirty="0">
              <a:latin typeface="Gadugi" panose="020B0502040204020203" pitchFamily="34" charset="0"/>
              <a:ea typeface="Gadugi" panose="020B0502040204020203" pitchFamily="34" charset="0"/>
            </a:endParaRPr>
          </a:p>
        </p:txBody>
      </p:sp>
      <p:sp>
        <p:nvSpPr>
          <p:cNvPr id="28" name="Takeaway row 2"/>
          <p:cNvSpPr/>
          <p:nvPr/>
        </p:nvSpPr>
        <p:spPr>
          <a:xfrm>
            <a:off x="548640" y="4206240"/>
            <a:ext cx="11091672" cy="896112"/>
          </a:xfrm>
          <a:prstGeom prst="roundRect">
            <a:avLst>
              <a:gd name="adj" fmla="val 12245"/>
            </a:avLst>
          </a:prstGeom>
          <a:solidFill>
            <a:schemeClr val="bg2"/>
          </a:solidFill>
          <a:ln/>
        </p:spPr>
      </p:sp>
      <p:sp>
        <p:nvSpPr>
          <p:cNvPr id="29" name="Icon Rivals still score circle"/>
          <p:cNvSpPr/>
          <p:nvPr/>
        </p:nvSpPr>
        <p:spPr>
          <a:xfrm>
            <a:off x="777240" y="4389120"/>
            <a:ext cx="530352" cy="530352"/>
          </a:xfrm>
          <a:prstGeom prst="ellipse">
            <a:avLst/>
          </a:prstGeom>
          <a:solidFill>
            <a:schemeClr val="accent3"/>
          </a:solidFill>
          <a:ln/>
        </p:spPr>
      </p:sp>
      <p:pic>
        <p:nvPicPr>
          <p:cNvPr id="30" name="Icon Rivals still score" descr="Icon Rivals still score"/>
          <p:cNvPicPr>
            <a:picLocks noChangeAspect="1"/>
          </p:cNvPicPr>
          <p:nvPr/>
        </p:nvPicPr>
        <p:blipFill>
          <a:blip r:embed="rId6"/>
          <a:stretch>
            <a:fillRect/>
          </a:stretch>
        </p:blipFill>
        <p:spPr>
          <a:xfrm>
            <a:off x="925739" y="4537619"/>
            <a:ext cx="233355" cy="233355"/>
          </a:xfrm>
          <a:prstGeom prst="rect">
            <a:avLst/>
          </a:prstGeom>
        </p:spPr>
      </p:pic>
      <p:sp>
        <p:nvSpPr>
          <p:cNvPr id="31" name="Text 23"/>
          <p:cNvSpPr txBox="1"/>
          <p:nvPr/>
        </p:nvSpPr>
        <p:spPr>
          <a:xfrm>
            <a:off x="1554480" y="4206240"/>
            <a:ext cx="2926080" cy="896112"/>
          </a:xfrm>
          <a:prstGeom prst="rect">
            <a:avLst/>
          </a:prstGeom>
          <a:noFill/>
          <a:ln/>
        </p:spPr>
        <p:txBody>
          <a:bodyPr wrap="square" lIns="0" tIns="0" rIns="0" bIns="0" rtlCol="0" anchor="ctr"/>
          <a:lstStyle/>
          <a:p>
            <a:pPr marL="0" indent="0">
              <a:buNone/>
            </a:pPr>
            <a:r>
              <a:rPr lang="en-US" sz="1800" b="1" dirty="0">
                <a:solidFill>
                  <a:schemeClr val="tx1"/>
                </a:solidFill>
                <a:latin typeface="Gadugi" panose="020B0502040204020203" pitchFamily="34" charset="0"/>
                <a:ea typeface="Gadugi" panose="020B0502040204020203" pitchFamily="34" charset="0"/>
                <a:cs typeface="Arial" pitchFamily="34" charset="-120"/>
              </a:rPr>
              <a:t>Rivals still score</a:t>
            </a:r>
            <a:endParaRPr lang="en-US" sz="1800" dirty="0">
              <a:latin typeface="Gadugi" panose="020B0502040204020203" pitchFamily="34" charset="0"/>
              <a:ea typeface="Gadugi" panose="020B0502040204020203" pitchFamily="34" charset="0"/>
            </a:endParaRPr>
          </a:p>
        </p:txBody>
      </p:sp>
      <p:sp>
        <p:nvSpPr>
          <p:cNvPr id="32" name="Text 24"/>
          <p:cNvSpPr txBox="1"/>
          <p:nvPr/>
        </p:nvSpPr>
        <p:spPr>
          <a:xfrm>
            <a:off x="4572000" y="4206240"/>
            <a:ext cx="6858000" cy="896112"/>
          </a:xfrm>
          <a:prstGeom prst="rect">
            <a:avLst/>
          </a:prstGeom>
          <a:noFill/>
          <a:ln/>
        </p:spPr>
        <p:txBody>
          <a:bodyPr wrap="square" lIns="0" tIns="0" rIns="0" bIns="0" rtlCol="0" anchor="ctr"/>
          <a:lstStyle/>
          <a:p>
            <a:pPr marL="0" indent="0">
              <a:buNone/>
            </a:pPr>
            <a:r>
              <a:rPr lang="en-US" sz="1400" dirty="0">
                <a:solidFill>
                  <a:schemeClr val="tx1"/>
                </a:solidFill>
                <a:latin typeface="Gadugi" panose="020B0502040204020203" pitchFamily="34" charset="0"/>
                <a:ea typeface="Gadugi" panose="020B0502040204020203" pitchFamily="34" charset="0"/>
              </a:rPr>
              <a:t>Ferrari, McLaren and Red Bull each won twice, spread across Hamilton, Leclerc, Norris and Verstappen.</a:t>
            </a:r>
            <a:endParaRPr lang="en-US" sz="1400" dirty="0">
              <a:latin typeface="Gadugi" panose="020B0502040204020203" pitchFamily="34" charset="0"/>
              <a:ea typeface="Gadugi" panose="020B0502040204020203" pitchFamily="34" charset="0"/>
            </a:endParaRPr>
          </a:p>
        </p:txBody>
      </p:sp>
      <p:sp>
        <p:nvSpPr>
          <p:cNvPr id="33" name="Takeaway row 3"/>
          <p:cNvSpPr/>
          <p:nvPr/>
        </p:nvSpPr>
        <p:spPr>
          <a:xfrm>
            <a:off x="548640" y="5257800"/>
            <a:ext cx="11091672" cy="896112"/>
          </a:xfrm>
          <a:prstGeom prst="roundRect">
            <a:avLst>
              <a:gd name="adj" fmla="val 12245"/>
            </a:avLst>
          </a:prstGeom>
          <a:solidFill>
            <a:schemeClr val="bg2"/>
          </a:solidFill>
          <a:ln/>
        </p:spPr>
      </p:sp>
      <p:sp>
        <p:nvSpPr>
          <p:cNvPr id="34" name="Icon Five races to go circle"/>
          <p:cNvSpPr/>
          <p:nvPr/>
        </p:nvSpPr>
        <p:spPr>
          <a:xfrm>
            <a:off x="777240" y="5440680"/>
            <a:ext cx="530352" cy="530352"/>
          </a:xfrm>
          <a:prstGeom prst="ellipse">
            <a:avLst/>
          </a:prstGeom>
          <a:solidFill>
            <a:schemeClr val="accent1"/>
          </a:solidFill>
          <a:ln/>
        </p:spPr>
      </p:sp>
      <p:pic>
        <p:nvPicPr>
          <p:cNvPr id="35" name="Icon Five races to go" descr="Icon Five races to go"/>
          <p:cNvPicPr>
            <a:picLocks noChangeAspect="1"/>
          </p:cNvPicPr>
          <p:nvPr/>
        </p:nvPicPr>
        <p:blipFill>
          <a:blip r:embed="rId4"/>
          <a:stretch>
            <a:fillRect/>
          </a:stretch>
        </p:blipFill>
        <p:spPr>
          <a:xfrm>
            <a:off x="925739" y="5589179"/>
            <a:ext cx="233355" cy="233355"/>
          </a:xfrm>
          <a:prstGeom prst="rect">
            <a:avLst/>
          </a:prstGeom>
        </p:spPr>
      </p:pic>
      <p:sp>
        <p:nvSpPr>
          <p:cNvPr id="36" name="Text 27"/>
          <p:cNvSpPr txBox="1"/>
          <p:nvPr/>
        </p:nvSpPr>
        <p:spPr>
          <a:xfrm>
            <a:off x="1554480" y="5257800"/>
            <a:ext cx="2926080" cy="896112"/>
          </a:xfrm>
          <a:prstGeom prst="rect">
            <a:avLst/>
          </a:prstGeom>
          <a:noFill/>
          <a:ln/>
        </p:spPr>
        <p:txBody>
          <a:bodyPr wrap="square" lIns="0" tIns="0" rIns="0" bIns="0" rtlCol="0" anchor="ctr"/>
          <a:lstStyle/>
          <a:p>
            <a:pPr marL="0" indent="0">
              <a:buNone/>
            </a:pPr>
            <a:r>
              <a:rPr lang="en-US" sz="1800" b="1" dirty="0">
                <a:solidFill>
                  <a:schemeClr val="tx1"/>
                </a:solidFill>
                <a:latin typeface="Gadugi" panose="020B0502040204020203" pitchFamily="34" charset="0"/>
                <a:ea typeface="Gadugi" panose="020B0502040204020203" pitchFamily="34" charset="0"/>
                <a:cs typeface="Arial" pitchFamily="34" charset="-120"/>
              </a:rPr>
              <a:t>Five races to go</a:t>
            </a:r>
            <a:endParaRPr lang="en-US" sz="1800" dirty="0">
              <a:latin typeface="Gadugi" panose="020B0502040204020203" pitchFamily="34" charset="0"/>
              <a:ea typeface="Gadugi" panose="020B0502040204020203" pitchFamily="34" charset="0"/>
            </a:endParaRPr>
          </a:p>
        </p:txBody>
      </p:sp>
      <p:sp>
        <p:nvSpPr>
          <p:cNvPr id="37" name="Text 28"/>
          <p:cNvSpPr txBox="1"/>
          <p:nvPr/>
        </p:nvSpPr>
        <p:spPr>
          <a:xfrm>
            <a:off x="4572000" y="5257800"/>
            <a:ext cx="6858000" cy="896112"/>
          </a:xfrm>
          <a:prstGeom prst="rect">
            <a:avLst/>
          </a:prstGeom>
          <a:noFill/>
          <a:ln/>
        </p:spPr>
        <p:txBody>
          <a:bodyPr wrap="square" lIns="0" tIns="0" rIns="0" bIns="0" rtlCol="0" anchor="ctr"/>
          <a:lstStyle/>
          <a:p>
            <a:pPr marL="0" indent="0">
              <a:buNone/>
            </a:pPr>
            <a:r>
              <a:rPr lang="en-US" sz="1400" dirty="0">
                <a:solidFill>
                  <a:schemeClr val="tx1"/>
                </a:solidFill>
                <a:latin typeface="Gadugi" panose="020B0502040204020203" pitchFamily="34" charset="0"/>
                <a:ea typeface="Gadugi" panose="020B0502040204020203" pitchFamily="34" charset="0"/>
              </a:rPr>
              <a:t>The run-in opens in Mexico City on Oct 30 and ends in Abu Dhabi on Dec 6.</a:t>
            </a:r>
            <a:endParaRPr lang="en-US" sz="1400" dirty="0">
              <a:latin typeface="Gadugi" panose="020B0502040204020203" pitchFamily="34" charset="0"/>
              <a:ea typeface="Gadugi" panose="020B0502040204020203" pitchFamily="34" charset="0"/>
            </a:endParaRPr>
          </a:p>
        </p:txBody>
      </p:sp>
      <p:sp>
        <p:nvSpPr>
          <p:cNvPr id="38"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latin typeface="Gadugi" panose="020B0502040204020203" pitchFamily="34" charset="0"/>
                <a:ea typeface="Gadugi" panose="020B0502040204020203" pitchFamily="34" charset="0"/>
              </a:rPr>
              <a:t>2</a:t>
            </a:fld>
            <a:endParaRPr lang="en-US">
              <a:latin typeface="Gadugi" panose="020B0502040204020203" pitchFamily="34" charset="0"/>
              <a:ea typeface="Gadugi" panose="020B0502040204020203"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latin typeface="Gadugi" panose="020B0502040204020203" pitchFamily="34" charset="0"/>
                <a:ea typeface="Gadugi" panose="020B0502040204020203" pitchFamily="34" charset="0"/>
              </a:rPr>
              <a:t>What this analysis is built on</a:t>
            </a:r>
            <a:endParaRPr lang="en-US" sz="3400" dirty="0">
              <a:latin typeface="Gadugi" panose="020B0502040204020203" pitchFamily="34" charset="0"/>
              <a:ea typeface="Gadugi" panose="020B0502040204020203" pitchFamily="34" charset="0"/>
            </a:endParaRPr>
          </a:p>
        </p:txBody>
      </p:sp>
      <p:sp>
        <p:nvSpPr>
          <p:cNvPr id="3" name="Source card 1"/>
          <p:cNvSpPr/>
          <p:nvPr/>
        </p:nvSpPr>
        <p:spPr>
          <a:xfrm>
            <a:off x="548640" y="1371600"/>
            <a:ext cx="5394960" cy="1463040"/>
          </a:xfrm>
          <a:prstGeom prst="roundRect">
            <a:avLst>
              <a:gd name="adj" fmla="val 7500"/>
            </a:avLst>
          </a:prstGeom>
          <a:solidFill>
            <a:schemeClr val="bg2"/>
          </a:solidFill>
          <a:ln/>
        </p:spPr>
      </p:sp>
      <p:sp>
        <p:nvSpPr>
          <p:cNvPr id="4" name="Icon F1_DB.xlsx circle"/>
          <p:cNvSpPr/>
          <p:nvPr/>
        </p:nvSpPr>
        <p:spPr>
          <a:xfrm>
            <a:off x="777240" y="1600200"/>
            <a:ext cx="548640" cy="548640"/>
          </a:xfrm>
          <a:prstGeom prst="ellipse">
            <a:avLst/>
          </a:prstGeom>
          <a:solidFill>
            <a:schemeClr val="accent4"/>
          </a:solidFill>
          <a:ln/>
        </p:spPr>
      </p:sp>
      <p:pic>
        <p:nvPicPr>
          <p:cNvPr id="5" name="Icon F1_DB.xlsx" descr="Icon F1_DB.xlsx"/>
          <p:cNvPicPr>
            <a:picLocks noChangeAspect="1"/>
          </p:cNvPicPr>
          <p:nvPr/>
        </p:nvPicPr>
        <p:blipFill>
          <a:blip r:embed="rId3"/>
          <a:stretch>
            <a:fillRect/>
          </a:stretch>
        </p:blipFill>
        <p:spPr>
          <a:xfrm>
            <a:off x="930859" y="1753819"/>
            <a:ext cx="241402" cy="241402"/>
          </a:xfrm>
          <a:prstGeom prst="rect">
            <a:avLst/>
          </a:prstGeom>
        </p:spPr>
      </p:pic>
      <p:sp>
        <p:nvSpPr>
          <p:cNvPr id="6" name="Text 3"/>
          <p:cNvSpPr txBox="1"/>
          <p:nvPr/>
        </p:nvSpPr>
        <p:spPr>
          <a:xfrm>
            <a:off x="1554480" y="1554480"/>
            <a:ext cx="4206240" cy="365760"/>
          </a:xfrm>
          <a:prstGeom prst="rect">
            <a:avLst/>
          </a:prstGeom>
          <a:noFill/>
          <a:ln/>
        </p:spPr>
        <p:txBody>
          <a:bodyPr wrap="square" lIns="0" tIns="0" rIns="0" bIns="0" rtlCol="0" anchor="ctr"/>
          <a:lstStyle/>
          <a:p>
            <a:pPr marL="0" indent="0">
              <a:buNone/>
            </a:pPr>
            <a:r>
              <a:rPr lang="en-US" sz="1800" b="1" dirty="0">
                <a:solidFill>
                  <a:schemeClr val="tx1"/>
                </a:solidFill>
                <a:latin typeface="Gadugi" panose="020B0502040204020203" pitchFamily="34" charset="0"/>
                <a:ea typeface="Gadugi" panose="020B0502040204020203" pitchFamily="34" charset="0"/>
                <a:cs typeface="Arial" pitchFamily="34" charset="-120"/>
              </a:rPr>
              <a:t>F1_DB.xlsx</a:t>
            </a:r>
            <a:endParaRPr lang="en-US" sz="1800" dirty="0">
              <a:latin typeface="Gadugi" panose="020B0502040204020203" pitchFamily="34" charset="0"/>
              <a:ea typeface="Gadugi" panose="020B0502040204020203" pitchFamily="34" charset="0"/>
            </a:endParaRPr>
          </a:p>
        </p:txBody>
      </p:sp>
      <p:sp>
        <p:nvSpPr>
          <p:cNvPr id="7" name="Text 4"/>
          <p:cNvSpPr txBox="1"/>
          <p:nvPr/>
        </p:nvSpPr>
        <p:spPr>
          <a:xfrm>
            <a:off x="1554480" y="1938528"/>
            <a:ext cx="4206240" cy="822960"/>
          </a:xfrm>
          <a:prstGeom prst="rect">
            <a:avLst/>
          </a:prstGeom>
          <a:noFill/>
          <a:ln/>
        </p:spPr>
        <p:txBody>
          <a:bodyPr wrap="square" lIns="0" tIns="0" rIns="0" bIns="0" rtlCol="0" anchor="t"/>
          <a:lstStyle/>
          <a:p>
            <a:pPr marL="0" indent="0">
              <a:buNone/>
            </a:pPr>
            <a:r>
              <a:rPr lang="en-US" sz="1400" dirty="0">
                <a:solidFill>
                  <a:schemeClr val="tx1"/>
                </a:solidFill>
                <a:latin typeface="Gadugi" panose="020B0502040204020203" pitchFamily="34" charset="0"/>
                <a:ea typeface="Gadugi" panose="020B0502040204020203" pitchFamily="34" charset="0"/>
              </a:rPr>
              <a:t>24 rows × 11 fields: round, Grand Prix, country, host city, circuit, weekend dates, status, winner, winning team and laps.</a:t>
            </a:r>
            <a:endParaRPr lang="en-US" sz="1400" dirty="0">
              <a:latin typeface="Gadugi" panose="020B0502040204020203" pitchFamily="34" charset="0"/>
              <a:ea typeface="Gadugi" panose="020B0502040204020203" pitchFamily="34" charset="0"/>
            </a:endParaRPr>
          </a:p>
        </p:txBody>
      </p:sp>
      <p:sp>
        <p:nvSpPr>
          <p:cNvPr id="8" name="Source card 2"/>
          <p:cNvSpPr/>
          <p:nvPr/>
        </p:nvSpPr>
        <p:spPr>
          <a:xfrm>
            <a:off x="548640" y="3017520"/>
            <a:ext cx="5394960" cy="1463040"/>
          </a:xfrm>
          <a:prstGeom prst="roundRect">
            <a:avLst>
              <a:gd name="adj" fmla="val 7500"/>
            </a:avLst>
          </a:prstGeom>
          <a:solidFill>
            <a:schemeClr val="bg2"/>
          </a:solidFill>
          <a:ln/>
        </p:spPr>
      </p:sp>
      <p:sp>
        <p:nvSpPr>
          <p:cNvPr id="9" name="Icon Power BI dashboard circle"/>
          <p:cNvSpPr/>
          <p:nvPr/>
        </p:nvSpPr>
        <p:spPr>
          <a:xfrm>
            <a:off x="777240" y="3246120"/>
            <a:ext cx="548640" cy="548640"/>
          </a:xfrm>
          <a:prstGeom prst="ellipse">
            <a:avLst/>
          </a:prstGeom>
          <a:solidFill>
            <a:schemeClr val="accent5"/>
          </a:solidFill>
          <a:ln/>
        </p:spPr>
      </p:sp>
      <p:pic>
        <p:nvPicPr>
          <p:cNvPr id="10" name="Icon Power BI dashboard" descr="Icon Power BI dashboard"/>
          <p:cNvPicPr>
            <a:picLocks noChangeAspect="1"/>
          </p:cNvPicPr>
          <p:nvPr/>
        </p:nvPicPr>
        <p:blipFill>
          <a:blip r:embed="rId4"/>
          <a:stretch>
            <a:fillRect/>
          </a:stretch>
        </p:blipFill>
        <p:spPr>
          <a:xfrm>
            <a:off x="930859" y="3399739"/>
            <a:ext cx="241402" cy="241402"/>
          </a:xfrm>
          <a:prstGeom prst="rect">
            <a:avLst/>
          </a:prstGeom>
        </p:spPr>
      </p:pic>
      <p:sp>
        <p:nvSpPr>
          <p:cNvPr id="11" name="Text 7"/>
          <p:cNvSpPr txBox="1"/>
          <p:nvPr/>
        </p:nvSpPr>
        <p:spPr>
          <a:xfrm>
            <a:off x="1554480" y="3200400"/>
            <a:ext cx="4206240" cy="365760"/>
          </a:xfrm>
          <a:prstGeom prst="rect">
            <a:avLst/>
          </a:prstGeom>
          <a:noFill/>
          <a:ln/>
        </p:spPr>
        <p:txBody>
          <a:bodyPr wrap="square" lIns="0" tIns="0" rIns="0" bIns="0" rtlCol="0" anchor="ctr"/>
          <a:lstStyle/>
          <a:p>
            <a:pPr marL="0" indent="0">
              <a:buNone/>
            </a:pPr>
            <a:r>
              <a:rPr lang="en-US" sz="1800" b="1" dirty="0">
                <a:solidFill>
                  <a:schemeClr val="tx1"/>
                </a:solidFill>
                <a:latin typeface="Gadugi" panose="020B0502040204020203" pitchFamily="34" charset="0"/>
                <a:ea typeface="Gadugi" panose="020B0502040204020203" pitchFamily="34" charset="0"/>
                <a:cs typeface="Arial" pitchFamily="34" charset="-120"/>
              </a:rPr>
              <a:t>Power BI dashboard</a:t>
            </a:r>
            <a:endParaRPr lang="en-US" sz="1800" dirty="0">
              <a:latin typeface="Gadugi" panose="020B0502040204020203" pitchFamily="34" charset="0"/>
              <a:ea typeface="Gadugi" panose="020B0502040204020203" pitchFamily="34" charset="0"/>
            </a:endParaRPr>
          </a:p>
        </p:txBody>
      </p:sp>
      <p:sp>
        <p:nvSpPr>
          <p:cNvPr id="12" name="Text 8"/>
          <p:cNvSpPr txBox="1"/>
          <p:nvPr/>
        </p:nvSpPr>
        <p:spPr>
          <a:xfrm>
            <a:off x="1554480" y="3584448"/>
            <a:ext cx="4206240" cy="822960"/>
          </a:xfrm>
          <a:prstGeom prst="rect">
            <a:avLst/>
          </a:prstGeom>
          <a:noFill/>
          <a:ln/>
        </p:spPr>
        <p:txBody>
          <a:bodyPr wrap="square" lIns="0" tIns="0" rIns="0" bIns="0" rtlCol="0" anchor="t"/>
          <a:lstStyle/>
          <a:p>
            <a:pPr marL="0" indent="0">
              <a:buNone/>
            </a:pPr>
            <a:r>
              <a:rPr lang="en-US" sz="1400" dirty="0">
                <a:solidFill>
                  <a:schemeClr val="tx1"/>
                </a:solidFill>
                <a:latin typeface="Gadugi" panose="020B0502040204020203" pitchFamily="34" charset="0"/>
                <a:ea typeface="Gadugi" panose="020B0502040204020203" pitchFamily="34" charset="0"/>
              </a:rPr>
              <a:t>One page, nine visuals: four KPI cards, wins by driver, wins by team, team × driver, a results table and a Grand Prix slicer.</a:t>
            </a:r>
            <a:endParaRPr lang="en-US" sz="1400" dirty="0">
              <a:latin typeface="Gadugi" panose="020B0502040204020203" pitchFamily="34" charset="0"/>
              <a:ea typeface="Gadugi" panose="020B0502040204020203" pitchFamily="34" charset="0"/>
            </a:endParaRPr>
          </a:p>
        </p:txBody>
      </p:sp>
      <p:sp>
        <p:nvSpPr>
          <p:cNvPr id="13" name="Source card 3"/>
          <p:cNvSpPr/>
          <p:nvPr/>
        </p:nvSpPr>
        <p:spPr>
          <a:xfrm>
            <a:off x="548640" y="4663440"/>
            <a:ext cx="5394960" cy="1463040"/>
          </a:xfrm>
          <a:prstGeom prst="roundRect">
            <a:avLst>
              <a:gd name="adj" fmla="val 7500"/>
            </a:avLst>
          </a:prstGeom>
          <a:solidFill>
            <a:schemeClr val="bg2"/>
          </a:solidFill>
          <a:ln/>
        </p:spPr>
      </p:sp>
      <p:sp>
        <p:nvSpPr>
          <p:cNvPr id="14" name="Icon Scope circle"/>
          <p:cNvSpPr/>
          <p:nvPr/>
        </p:nvSpPr>
        <p:spPr>
          <a:xfrm>
            <a:off x="777240" y="4892040"/>
            <a:ext cx="548640" cy="548640"/>
          </a:xfrm>
          <a:prstGeom prst="ellipse">
            <a:avLst/>
          </a:prstGeom>
          <a:solidFill>
            <a:schemeClr val="accent1"/>
          </a:solidFill>
          <a:ln/>
        </p:spPr>
      </p:sp>
      <p:pic>
        <p:nvPicPr>
          <p:cNvPr id="15" name="Icon Scope" descr="Icon Scope"/>
          <p:cNvPicPr>
            <a:picLocks noChangeAspect="1"/>
          </p:cNvPicPr>
          <p:nvPr/>
        </p:nvPicPr>
        <p:blipFill>
          <a:blip r:embed="rId5"/>
          <a:stretch>
            <a:fillRect/>
          </a:stretch>
        </p:blipFill>
        <p:spPr>
          <a:xfrm>
            <a:off x="930859" y="5045659"/>
            <a:ext cx="241402" cy="241402"/>
          </a:xfrm>
          <a:prstGeom prst="rect">
            <a:avLst/>
          </a:prstGeom>
        </p:spPr>
      </p:pic>
      <p:sp>
        <p:nvSpPr>
          <p:cNvPr id="16" name="Text 11"/>
          <p:cNvSpPr txBox="1"/>
          <p:nvPr/>
        </p:nvSpPr>
        <p:spPr>
          <a:xfrm>
            <a:off x="1554480" y="4846320"/>
            <a:ext cx="4206240" cy="365760"/>
          </a:xfrm>
          <a:prstGeom prst="rect">
            <a:avLst/>
          </a:prstGeom>
          <a:noFill/>
          <a:ln/>
        </p:spPr>
        <p:txBody>
          <a:bodyPr wrap="square" lIns="0" tIns="0" rIns="0" bIns="0" rtlCol="0" anchor="ctr"/>
          <a:lstStyle/>
          <a:p>
            <a:pPr marL="0" indent="0">
              <a:buNone/>
            </a:pPr>
            <a:r>
              <a:rPr lang="en-US" sz="1800" b="1" dirty="0">
                <a:solidFill>
                  <a:schemeClr val="tx1"/>
                </a:solidFill>
                <a:latin typeface="Gadugi" panose="020B0502040204020203" pitchFamily="34" charset="0"/>
                <a:ea typeface="Gadugi" panose="020B0502040204020203" pitchFamily="34" charset="0"/>
                <a:cs typeface="Arial" pitchFamily="34" charset="-120"/>
              </a:rPr>
              <a:t>Scope</a:t>
            </a:r>
            <a:endParaRPr lang="en-US" sz="1800" dirty="0">
              <a:latin typeface="Gadugi" panose="020B0502040204020203" pitchFamily="34" charset="0"/>
              <a:ea typeface="Gadugi" panose="020B0502040204020203" pitchFamily="34" charset="0"/>
            </a:endParaRPr>
          </a:p>
        </p:txBody>
      </p:sp>
      <p:sp>
        <p:nvSpPr>
          <p:cNvPr id="17" name="Text 12"/>
          <p:cNvSpPr txBox="1"/>
          <p:nvPr/>
        </p:nvSpPr>
        <p:spPr>
          <a:xfrm>
            <a:off x="1554480" y="5230368"/>
            <a:ext cx="4206240" cy="822960"/>
          </a:xfrm>
          <a:prstGeom prst="rect">
            <a:avLst/>
          </a:prstGeom>
          <a:noFill/>
          <a:ln/>
        </p:spPr>
        <p:txBody>
          <a:bodyPr wrap="square" lIns="0" tIns="0" rIns="0" bIns="0" rtlCol="0" anchor="t"/>
          <a:lstStyle/>
          <a:p>
            <a:pPr marL="0" indent="0">
              <a:buNone/>
            </a:pPr>
            <a:r>
              <a:rPr lang="en-US" sz="1400" dirty="0">
                <a:solidFill>
                  <a:schemeClr val="tx1"/>
                </a:solidFill>
                <a:latin typeface="Gadugi" panose="020B0502040204020203" pitchFamily="34" charset="0"/>
                <a:ea typeface="Gadugi" panose="020B0502040204020203" pitchFamily="34" charset="0"/>
              </a:rPr>
              <a:t>18 completed races. Upcoming and cancelled rounds appear in the calendar only. The data holds winners, not points or grids.</a:t>
            </a:r>
            <a:endParaRPr lang="en-US" sz="1400" dirty="0">
              <a:latin typeface="Gadugi" panose="020B0502040204020203" pitchFamily="34" charset="0"/>
              <a:ea typeface="Gadugi" panose="020B0502040204020203" pitchFamily="34" charset="0"/>
            </a:endParaRPr>
          </a:p>
        </p:txBody>
      </p:sp>
      <p:sp>
        <p:nvSpPr>
          <p:cNvPr id="18" name="Text 13"/>
          <p:cNvSpPr txBox="1"/>
          <p:nvPr/>
        </p:nvSpPr>
        <p:spPr>
          <a:xfrm>
            <a:off x="6309360" y="1371600"/>
            <a:ext cx="5303520" cy="365760"/>
          </a:xfrm>
          <a:prstGeom prst="rect">
            <a:avLst/>
          </a:prstGeom>
          <a:noFill/>
          <a:ln/>
        </p:spPr>
        <p:txBody>
          <a:bodyPr wrap="square" lIns="0" tIns="0" rIns="0" bIns="0" rtlCol="0" anchor="ctr"/>
          <a:lstStyle/>
          <a:p>
            <a:pPr marL="0" indent="0">
              <a:buNone/>
            </a:pPr>
            <a:r>
              <a:rPr lang="en-US" sz="1800" b="1" dirty="0">
                <a:solidFill>
                  <a:schemeClr val="tx1"/>
                </a:solidFill>
                <a:latin typeface="Gadugi" panose="020B0502040204020203" pitchFamily="34" charset="0"/>
                <a:ea typeface="Gadugi" panose="020B0502040204020203" pitchFamily="34" charset="0"/>
                <a:cs typeface="Arial" pitchFamily="34" charset="-120"/>
              </a:rPr>
              <a:t>Sample records</a:t>
            </a:r>
            <a:endParaRPr lang="en-US" sz="1800" dirty="0">
              <a:latin typeface="Gadugi" panose="020B0502040204020203" pitchFamily="34" charset="0"/>
              <a:ea typeface="Gadugi" panose="020B0502040204020203" pitchFamily="34" charset="0"/>
            </a:endParaRPr>
          </a:p>
        </p:txBody>
      </p:sp>
      <p:graphicFrame>
        <p:nvGraphicFramePr>
          <p:cNvPr id="19" name="Sample data table"/>
          <p:cNvGraphicFramePr>
            <a:graphicFrameLocks noGrp="1"/>
          </p:cNvGraphicFramePr>
          <p:nvPr>
            <p:extLst>
              <p:ext uri="{D42A27DB-BD31-4B8C-83A1-F6EECF244321}">
                <p14:modId xmlns:p14="http://schemas.microsoft.com/office/powerpoint/2010/main" val="1579011935"/>
              </p:ext>
            </p:extLst>
          </p:nvPr>
        </p:nvGraphicFramePr>
        <p:xfrm>
          <a:off x="6309360" y="1828800"/>
          <a:ext cx="5330952" cy="3657600"/>
        </p:xfrm>
        <a:graphic>
          <a:graphicData uri="http://schemas.openxmlformats.org/drawingml/2006/table">
            <a:tbl>
              <a:tblPr/>
              <a:tblGrid>
                <a:gridCol w="5486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850392">
                  <a:extLst>
                    <a:ext uri="{9D8B030D-6E8A-4147-A177-3AD203B41FA5}">
                      <a16:colId xmlns:a16="http://schemas.microsoft.com/office/drawing/2014/main" val="20003"/>
                    </a:ext>
                  </a:extLst>
                </a:gridCol>
              </a:tblGrid>
              <a:tr h="457200">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Rd</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Grand Prix</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Winner</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Laps</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57200">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Australian</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George Russell</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58</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Chinese</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Kimi Antonelli</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56</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Japanese</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Kimi Antonelli</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53</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Saudi Arabian</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i="1" dirty="0">
                          <a:solidFill>
                            <a:schemeClr val="tx2"/>
                          </a:solidFill>
                          <a:latin typeface="Calibri" pitchFamily="34" charset="0"/>
                          <a:ea typeface="Calibri" pitchFamily="34" charset="-122"/>
                          <a:cs typeface="Calibri" pitchFamily="34" charset="-120"/>
                        </a:rPr>
                        <a:t>Cancelled</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Miami</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Kimi Antonelli</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57</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Canadian</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Kimi Antonelli</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68</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6"/>
                  </a:ext>
                </a:extLst>
              </a:tr>
              <a:tr h="457200">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Monaco</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Kimi Antonelli</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78</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latin typeface="Gadugi" panose="020B0502040204020203" pitchFamily="34" charset="0"/>
                <a:ea typeface="Gadugi" panose="020B0502040204020203" pitchFamily="34" charset="0"/>
              </a:rPr>
              <a:t>3</a:t>
            </a:fld>
            <a:endParaRPr lang="en-US">
              <a:latin typeface="Gadugi" panose="020B0502040204020203" pitchFamily="34" charset="0"/>
              <a:ea typeface="Gadugi" panose="020B0502040204020203"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latin typeface="Gadugi" panose="020B0502040204020203" pitchFamily="34" charset="0"/>
                <a:ea typeface="Gadugi" panose="020B0502040204020203" pitchFamily="34" charset="0"/>
              </a:rPr>
              <a:t>The season at a glance</a:t>
            </a:r>
            <a:endParaRPr lang="en-US" sz="3400" dirty="0">
              <a:latin typeface="Gadugi" panose="020B0502040204020203" pitchFamily="34" charset="0"/>
              <a:ea typeface="Gadugi" panose="020B0502040204020203" pitchFamily="34" charset="0"/>
            </a:endParaRPr>
          </a:p>
        </p:txBody>
      </p:sp>
      <p:sp>
        <p:nvSpPr>
          <p:cNvPr id="3" name="Round 1"/>
          <p:cNvSpPr/>
          <p:nvPr/>
        </p:nvSpPr>
        <p:spPr>
          <a:xfrm>
            <a:off x="548640" y="1371600"/>
            <a:ext cx="1737360" cy="987552"/>
          </a:xfrm>
          <a:prstGeom prst="roundRect">
            <a:avLst>
              <a:gd name="adj" fmla="val 9259"/>
            </a:avLst>
          </a:prstGeom>
          <a:solidFill>
            <a:schemeClr val="accent2"/>
          </a:solidFill>
          <a:ln/>
        </p:spPr>
      </p:sp>
      <p:sp>
        <p:nvSpPr>
          <p:cNvPr id="4" name="Text 2"/>
          <p:cNvSpPr txBox="1"/>
          <p:nvPr/>
        </p:nvSpPr>
        <p:spPr>
          <a:xfrm>
            <a:off x="658368" y="1463040"/>
            <a:ext cx="1517904" cy="274320"/>
          </a:xfrm>
          <a:prstGeom prst="rect">
            <a:avLst/>
          </a:prstGeom>
          <a:noFill/>
          <a:ln/>
        </p:spPr>
        <p:txBody>
          <a:bodyPr wrap="square" lIns="0" tIns="0" rIns="0" bIns="0" rtlCol="0" anchor="ctr"/>
          <a:lstStyle/>
          <a:p>
            <a:pPr marL="0" indent="0">
              <a:buNone/>
            </a:pPr>
            <a:r>
              <a:rPr lang="en-US" sz="1200" b="1" dirty="0">
                <a:solidFill>
                  <a:schemeClr val="tx1"/>
                </a:solidFill>
                <a:latin typeface="Gadugi" panose="020B0502040204020203" pitchFamily="34" charset="0"/>
                <a:ea typeface="Gadugi" panose="020B0502040204020203" pitchFamily="34" charset="0"/>
              </a:rPr>
              <a:t>R1 · Melbourne</a:t>
            </a:r>
            <a:endParaRPr lang="en-US" sz="1200" dirty="0">
              <a:latin typeface="Gadugi" panose="020B0502040204020203" pitchFamily="34" charset="0"/>
              <a:ea typeface="Gadugi" panose="020B0502040204020203" pitchFamily="34" charset="0"/>
            </a:endParaRPr>
          </a:p>
        </p:txBody>
      </p:sp>
      <p:sp>
        <p:nvSpPr>
          <p:cNvPr id="5" name="Text 3"/>
          <p:cNvSpPr txBox="1"/>
          <p:nvPr/>
        </p:nvSpPr>
        <p:spPr>
          <a:xfrm>
            <a:off x="658368" y="1783080"/>
            <a:ext cx="1517904" cy="457200"/>
          </a:xfrm>
          <a:prstGeom prst="rect">
            <a:avLst/>
          </a:prstGeom>
          <a:noFill/>
          <a:ln/>
        </p:spPr>
        <p:txBody>
          <a:bodyPr wrap="square" lIns="0" tIns="0" rIns="0" bIns="0" rtlCol="0" anchor="ctr"/>
          <a:lstStyle/>
          <a:p>
            <a:pPr marL="0" indent="0">
              <a:buNone/>
            </a:pPr>
            <a:r>
              <a:rPr lang="en-US" sz="2400" b="1" dirty="0">
                <a:solidFill>
                  <a:schemeClr val="tx1"/>
                </a:solidFill>
                <a:latin typeface="Gadugi" panose="020B0502040204020203" pitchFamily="34" charset="0"/>
                <a:ea typeface="Gadugi" panose="020B0502040204020203" pitchFamily="34" charset="0"/>
                <a:cs typeface="Arial" pitchFamily="34" charset="-120"/>
              </a:rPr>
              <a:t>RUS</a:t>
            </a:r>
            <a:endParaRPr lang="en-US" sz="2400" dirty="0">
              <a:latin typeface="Gadugi" panose="020B0502040204020203" pitchFamily="34" charset="0"/>
              <a:ea typeface="Gadugi" panose="020B0502040204020203" pitchFamily="34" charset="0"/>
            </a:endParaRPr>
          </a:p>
        </p:txBody>
      </p:sp>
      <p:sp>
        <p:nvSpPr>
          <p:cNvPr id="6" name="Round 2"/>
          <p:cNvSpPr/>
          <p:nvPr/>
        </p:nvSpPr>
        <p:spPr>
          <a:xfrm>
            <a:off x="2419502" y="1371600"/>
            <a:ext cx="1737360" cy="987552"/>
          </a:xfrm>
          <a:prstGeom prst="roundRect">
            <a:avLst>
              <a:gd name="adj" fmla="val 9259"/>
            </a:avLst>
          </a:prstGeom>
          <a:solidFill>
            <a:schemeClr val="accent2"/>
          </a:solidFill>
          <a:ln/>
        </p:spPr>
      </p:sp>
      <p:sp>
        <p:nvSpPr>
          <p:cNvPr id="7" name="Text 5"/>
          <p:cNvSpPr txBox="1"/>
          <p:nvPr/>
        </p:nvSpPr>
        <p:spPr>
          <a:xfrm>
            <a:off x="2529230" y="1463040"/>
            <a:ext cx="1517904" cy="274320"/>
          </a:xfrm>
          <a:prstGeom prst="rect">
            <a:avLst/>
          </a:prstGeom>
          <a:noFill/>
          <a:ln/>
        </p:spPr>
        <p:txBody>
          <a:bodyPr wrap="square" lIns="0" tIns="0" rIns="0" bIns="0" rtlCol="0" anchor="ctr"/>
          <a:lstStyle/>
          <a:p>
            <a:pPr marL="0" indent="0">
              <a:buNone/>
            </a:pPr>
            <a:r>
              <a:rPr lang="en-US" sz="1200" b="1" dirty="0">
                <a:solidFill>
                  <a:schemeClr val="tx1"/>
                </a:solidFill>
                <a:latin typeface="Gadugi" panose="020B0502040204020203" pitchFamily="34" charset="0"/>
                <a:ea typeface="Gadugi" panose="020B0502040204020203" pitchFamily="34" charset="0"/>
              </a:rPr>
              <a:t>R2 · Shanghai</a:t>
            </a:r>
            <a:endParaRPr lang="en-US" sz="1200" dirty="0">
              <a:latin typeface="Gadugi" panose="020B0502040204020203" pitchFamily="34" charset="0"/>
              <a:ea typeface="Gadugi" panose="020B0502040204020203" pitchFamily="34" charset="0"/>
            </a:endParaRPr>
          </a:p>
        </p:txBody>
      </p:sp>
      <p:sp>
        <p:nvSpPr>
          <p:cNvPr id="8" name="Text 6"/>
          <p:cNvSpPr txBox="1"/>
          <p:nvPr/>
        </p:nvSpPr>
        <p:spPr>
          <a:xfrm>
            <a:off x="2529230" y="1783080"/>
            <a:ext cx="1517904" cy="457200"/>
          </a:xfrm>
          <a:prstGeom prst="rect">
            <a:avLst/>
          </a:prstGeom>
          <a:noFill/>
          <a:ln/>
        </p:spPr>
        <p:txBody>
          <a:bodyPr wrap="square" lIns="0" tIns="0" rIns="0" bIns="0" rtlCol="0" anchor="ctr"/>
          <a:lstStyle/>
          <a:p>
            <a:pPr marL="0" indent="0">
              <a:buNone/>
            </a:pPr>
            <a:r>
              <a:rPr lang="en-US" sz="2400" b="1" dirty="0">
                <a:solidFill>
                  <a:schemeClr val="tx1"/>
                </a:solidFill>
                <a:latin typeface="Gadugi" panose="020B0502040204020203" pitchFamily="34" charset="0"/>
                <a:ea typeface="Gadugi" panose="020B0502040204020203" pitchFamily="34" charset="0"/>
                <a:cs typeface="Arial" pitchFamily="34" charset="-120"/>
              </a:rPr>
              <a:t>ANT</a:t>
            </a:r>
            <a:endParaRPr lang="en-US" sz="2400" dirty="0">
              <a:latin typeface="Gadugi" panose="020B0502040204020203" pitchFamily="34" charset="0"/>
              <a:ea typeface="Gadugi" panose="020B0502040204020203" pitchFamily="34" charset="0"/>
            </a:endParaRPr>
          </a:p>
        </p:txBody>
      </p:sp>
      <p:sp>
        <p:nvSpPr>
          <p:cNvPr id="9" name="Round 3"/>
          <p:cNvSpPr/>
          <p:nvPr/>
        </p:nvSpPr>
        <p:spPr>
          <a:xfrm>
            <a:off x="4290365" y="1371600"/>
            <a:ext cx="1737360" cy="987552"/>
          </a:xfrm>
          <a:prstGeom prst="roundRect">
            <a:avLst>
              <a:gd name="adj" fmla="val 9259"/>
            </a:avLst>
          </a:prstGeom>
          <a:solidFill>
            <a:schemeClr val="accent2"/>
          </a:solidFill>
          <a:ln/>
        </p:spPr>
      </p:sp>
      <p:sp>
        <p:nvSpPr>
          <p:cNvPr id="10" name="Text 8"/>
          <p:cNvSpPr txBox="1"/>
          <p:nvPr/>
        </p:nvSpPr>
        <p:spPr>
          <a:xfrm>
            <a:off x="4400093" y="1463040"/>
            <a:ext cx="1517904" cy="274320"/>
          </a:xfrm>
          <a:prstGeom prst="rect">
            <a:avLst/>
          </a:prstGeom>
          <a:noFill/>
          <a:ln/>
        </p:spPr>
        <p:txBody>
          <a:bodyPr wrap="square" lIns="0" tIns="0" rIns="0" bIns="0" rtlCol="0" anchor="ctr"/>
          <a:lstStyle/>
          <a:p>
            <a:pPr marL="0" indent="0">
              <a:buNone/>
            </a:pPr>
            <a:r>
              <a:rPr lang="en-US" sz="1200" b="1" dirty="0">
                <a:solidFill>
                  <a:schemeClr val="tx1"/>
                </a:solidFill>
                <a:latin typeface="Gadugi" panose="020B0502040204020203" pitchFamily="34" charset="0"/>
                <a:ea typeface="Gadugi" panose="020B0502040204020203" pitchFamily="34" charset="0"/>
              </a:rPr>
              <a:t>R3 · Suzuka</a:t>
            </a:r>
            <a:endParaRPr lang="en-US" sz="1200" dirty="0">
              <a:latin typeface="Gadugi" panose="020B0502040204020203" pitchFamily="34" charset="0"/>
              <a:ea typeface="Gadugi" panose="020B0502040204020203" pitchFamily="34" charset="0"/>
            </a:endParaRPr>
          </a:p>
        </p:txBody>
      </p:sp>
      <p:sp>
        <p:nvSpPr>
          <p:cNvPr id="11" name="Text 9"/>
          <p:cNvSpPr txBox="1"/>
          <p:nvPr/>
        </p:nvSpPr>
        <p:spPr>
          <a:xfrm>
            <a:off x="4400093" y="1783080"/>
            <a:ext cx="1517904" cy="457200"/>
          </a:xfrm>
          <a:prstGeom prst="rect">
            <a:avLst/>
          </a:prstGeom>
          <a:noFill/>
          <a:ln/>
        </p:spPr>
        <p:txBody>
          <a:bodyPr wrap="square" lIns="0" tIns="0" rIns="0" bIns="0" rtlCol="0" anchor="ctr"/>
          <a:lstStyle/>
          <a:p>
            <a:pPr marL="0" indent="0">
              <a:buNone/>
            </a:pPr>
            <a:r>
              <a:rPr lang="en-US" sz="2400" b="1" dirty="0">
                <a:solidFill>
                  <a:schemeClr val="tx1"/>
                </a:solidFill>
                <a:latin typeface="Gadugi" panose="020B0502040204020203" pitchFamily="34" charset="0"/>
                <a:ea typeface="Gadugi" panose="020B0502040204020203" pitchFamily="34" charset="0"/>
                <a:cs typeface="Arial" pitchFamily="34" charset="-120"/>
              </a:rPr>
              <a:t>ANT</a:t>
            </a:r>
            <a:endParaRPr lang="en-US" sz="2400" dirty="0">
              <a:latin typeface="Gadugi" panose="020B0502040204020203" pitchFamily="34" charset="0"/>
              <a:ea typeface="Gadugi" panose="020B0502040204020203" pitchFamily="34" charset="0"/>
            </a:endParaRPr>
          </a:p>
        </p:txBody>
      </p:sp>
      <p:sp>
        <p:nvSpPr>
          <p:cNvPr id="12" name="Round 4"/>
          <p:cNvSpPr/>
          <p:nvPr/>
        </p:nvSpPr>
        <p:spPr>
          <a:xfrm>
            <a:off x="6161227" y="1371600"/>
            <a:ext cx="1737360" cy="987552"/>
          </a:xfrm>
          <a:prstGeom prst="roundRect">
            <a:avLst>
              <a:gd name="adj" fmla="val 9259"/>
            </a:avLst>
          </a:prstGeom>
          <a:solidFill>
            <a:schemeClr val="bg2"/>
          </a:solidFill>
          <a:ln/>
        </p:spPr>
      </p:sp>
      <p:sp>
        <p:nvSpPr>
          <p:cNvPr id="13" name="Text 11"/>
          <p:cNvSpPr txBox="1"/>
          <p:nvPr/>
        </p:nvSpPr>
        <p:spPr>
          <a:xfrm>
            <a:off x="6270955" y="1463040"/>
            <a:ext cx="1517904" cy="274320"/>
          </a:xfrm>
          <a:prstGeom prst="rect">
            <a:avLst/>
          </a:prstGeom>
          <a:noFill/>
          <a:ln/>
        </p:spPr>
        <p:txBody>
          <a:bodyPr wrap="square" lIns="0" tIns="0" rIns="0" bIns="0" rtlCol="0" anchor="ctr"/>
          <a:lstStyle/>
          <a:p>
            <a:pPr marL="0" indent="0">
              <a:buNone/>
            </a:pPr>
            <a:r>
              <a:rPr lang="en-US" sz="1200" b="1" dirty="0">
                <a:solidFill>
                  <a:schemeClr val="tx2"/>
                </a:solidFill>
                <a:latin typeface="Gadugi" panose="020B0502040204020203" pitchFamily="34" charset="0"/>
                <a:ea typeface="Gadugi" panose="020B0502040204020203" pitchFamily="34" charset="0"/>
              </a:rPr>
              <a:t>R4 · Jeddah</a:t>
            </a:r>
            <a:endParaRPr lang="en-US" sz="1200" dirty="0">
              <a:latin typeface="Gadugi" panose="020B0502040204020203" pitchFamily="34" charset="0"/>
              <a:ea typeface="Gadugi" panose="020B0502040204020203" pitchFamily="34" charset="0"/>
            </a:endParaRPr>
          </a:p>
        </p:txBody>
      </p:sp>
      <p:sp>
        <p:nvSpPr>
          <p:cNvPr id="14" name="Text 12"/>
          <p:cNvSpPr txBox="1"/>
          <p:nvPr/>
        </p:nvSpPr>
        <p:spPr>
          <a:xfrm>
            <a:off x="6270955" y="1783080"/>
            <a:ext cx="1517904" cy="457200"/>
          </a:xfrm>
          <a:prstGeom prst="rect">
            <a:avLst/>
          </a:prstGeom>
          <a:noFill/>
          <a:ln/>
        </p:spPr>
        <p:txBody>
          <a:bodyPr wrap="square" lIns="0" tIns="0" rIns="0" bIns="0" rtlCol="0" anchor="ctr"/>
          <a:lstStyle/>
          <a:p>
            <a:pPr marL="0" indent="0">
              <a:buNone/>
            </a:pPr>
            <a:r>
              <a:rPr lang="en-US" sz="1600" b="1" dirty="0">
                <a:solidFill>
                  <a:schemeClr val="tx2"/>
                </a:solidFill>
                <a:latin typeface="Gadugi" panose="020B0502040204020203" pitchFamily="34" charset="0"/>
                <a:ea typeface="Gadugi" panose="020B0502040204020203" pitchFamily="34" charset="0"/>
                <a:cs typeface="Arial" pitchFamily="34" charset="-120"/>
              </a:rPr>
              <a:t>Cancelled</a:t>
            </a:r>
            <a:endParaRPr lang="en-US" sz="1600" dirty="0">
              <a:latin typeface="Gadugi" panose="020B0502040204020203" pitchFamily="34" charset="0"/>
              <a:ea typeface="Gadugi" panose="020B0502040204020203" pitchFamily="34" charset="0"/>
            </a:endParaRPr>
          </a:p>
        </p:txBody>
      </p:sp>
      <p:sp>
        <p:nvSpPr>
          <p:cNvPr id="15" name="Round 5"/>
          <p:cNvSpPr/>
          <p:nvPr/>
        </p:nvSpPr>
        <p:spPr>
          <a:xfrm>
            <a:off x="8032090" y="1371600"/>
            <a:ext cx="1737360" cy="987552"/>
          </a:xfrm>
          <a:prstGeom prst="roundRect">
            <a:avLst>
              <a:gd name="adj" fmla="val 9259"/>
            </a:avLst>
          </a:prstGeom>
          <a:solidFill>
            <a:schemeClr val="accent2"/>
          </a:solidFill>
          <a:ln/>
        </p:spPr>
      </p:sp>
      <p:sp>
        <p:nvSpPr>
          <p:cNvPr id="16" name="Text 14"/>
          <p:cNvSpPr txBox="1"/>
          <p:nvPr/>
        </p:nvSpPr>
        <p:spPr>
          <a:xfrm>
            <a:off x="8141818" y="1463040"/>
            <a:ext cx="1517904" cy="274320"/>
          </a:xfrm>
          <a:prstGeom prst="rect">
            <a:avLst/>
          </a:prstGeom>
          <a:noFill/>
          <a:ln/>
        </p:spPr>
        <p:txBody>
          <a:bodyPr wrap="square" lIns="0" tIns="0" rIns="0" bIns="0" rtlCol="0" anchor="ctr"/>
          <a:lstStyle/>
          <a:p>
            <a:pPr marL="0" indent="0">
              <a:buNone/>
            </a:pPr>
            <a:r>
              <a:rPr lang="en-US" sz="1200" b="1" dirty="0">
                <a:solidFill>
                  <a:schemeClr val="tx1"/>
                </a:solidFill>
                <a:latin typeface="Gadugi" panose="020B0502040204020203" pitchFamily="34" charset="0"/>
                <a:ea typeface="Gadugi" panose="020B0502040204020203" pitchFamily="34" charset="0"/>
              </a:rPr>
              <a:t>R5 · Miami</a:t>
            </a:r>
            <a:endParaRPr lang="en-US" sz="1200" dirty="0">
              <a:latin typeface="Gadugi" panose="020B0502040204020203" pitchFamily="34" charset="0"/>
              <a:ea typeface="Gadugi" panose="020B0502040204020203" pitchFamily="34" charset="0"/>
            </a:endParaRPr>
          </a:p>
        </p:txBody>
      </p:sp>
      <p:sp>
        <p:nvSpPr>
          <p:cNvPr id="17" name="Text 15"/>
          <p:cNvSpPr txBox="1"/>
          <p:nvPr/>
        </p:nvSpPr>
        <p:spPr>
          <a:xfrm>
            <a:off x="8141818" y="1783080"/>
            <a:ext cx="1517904" cy="457200"/>
          </a:xfrm>
          <a:prstGeom prst="rect">
            <a:avLst/>
          </a:prstGeom>
          <a:noFill/>
          <a:ln/>
        </p:spPr>
        <p:txBody>
          <a:bodyPr wrap="square" lIns="0" tIns="0" rIns="0" bIns="0" rtlCol="0" anchor="ctr"/>
          <a:lstStyle/>
          <a:p>
            <a:pPr marL="0" indent="0">
              <a:buNone/>
            </a:pPr>
            <a:r>
              <a:rPr lang="en-US" sz="2400" b="1" dirty="0">
                <a:solidFill>
                  <a:schemeClr val="tx1"/>
                </a:solidFill>
                <a:latin typeface="Gadugi" panose="020B0502040204020203" pitchFamily="34" charset="0"/>
                <a:ea typeface="Gadugi" panose="020B0502040204020203" pitchFamily="34" charset="0"/>
                <a:cs typeface="Arial" pitchFamily="34" charset="-120"/>
              </a:rPr>
              <a:t>ANT</a:t>
            </a:r>
            <a:endParaRPr lang="en-US" sz="2400" dirty="0">
              <a:latin typeface="Gadugi" panose="020B0502040204020203" pitchFamily="34" charset="0"/>
              <a:ea typeface="Gadugi" panose="020B0502040204020203" pitchFamily="34" charset="0"/>
            </a:endParaRPr>
          </a:p>
        </p:txBody>
      </p:sp>
      <p:sp>
        <p:nvSpPr>
          <p:cNvPr id="18" name="Round 6"/>
          <p:cNvSpPr/>
          <p:nvPr/>
        </p:nvSpPr>
        <p:spPr>
          <a:xfrm>
            <a:off x="9902952" y="1371600"/>
            <a:ext cx="1737360" cy="987552"/>
          </a:xfrm>
          <a:prstGeom prst="roundRect">
            <a:avLst>
              <a:gd name="adj" fmla="val 9259"/>
            </a:avLst>
          </a:prstGeom>
          <a:solidFill>
            <a:schemeClr val="accent2"/>
          </a:solidFill>
          <a:ln/>
        </p:spPr>
      </p:sp>
      <p:sp>
        <p:nvSpPr>
          <p:cNvPr id="19" name="Text 17"/>
          <p:cNvSpPr txBox="1"/>
          <p:nvPr/>
        </p:nvSpPr>
        <p:spPr>
          <a:xfrm>
            <a:off x="10012680" y="1463040"/>
            <a:ext cx="1517904" cy="274320"/>
          </a:xfrm>
          <a:prstGeom prst="rect">
            <a:avLst/>
          </a:prstGeom>
          <a:noFill/>
          <a:ln/>
        </p:spPr>
        <p:txBody>
          <a:bodyPr wrap="square" lIns="0" tIns="0" rIns="0" bIns="0" rtlCol="0" anchor="ctr"/>
          <a:lstStyle/>
          <a:p>
            <a:pPr marL="0" indent="0">
              <a:buNone/>
            </a:pPr>
            <a:r>
              <a:rPr lang="en-US" sz="1200" b="1" dirty="0">
                <a:solidFill>
                  <a:schemeClr val="tx1"/>
                </a:solidFill>
                <a:latin typeface="Gadugi" panose="020B0502040204020203" pitchFamily="34" charset="0"/>
                <a:ea typeface="Gadugi" panose="020B0502040204020203" pitchFamily="34" charset="0"/>
              </a:rPr>
              <a:t>R6 · Montreal</a:t>
            </a:r>
            <a:endParaRPr lang="en-US" sz="1200" dirty="0">
              <a:latin typeface="Gadugi" panose="020B0502040204020203" pitchFamily="34" charset="0"/>
              <a:ea typeface="Gadugi" panose="020B0502040204020203" pitchFamily="34" charset="0"/>
            </a:endParaRPr>
          </a:p>
        </p:txBody>
      </p:sp>
      <p:sp>
        <p:nvSpPr>
          <p:cNvPr id="20" name="Text 18"/>
          <p:cNvSpPr txBox="1"/>
          <p:nvPr/>
        </p:nvSpPr>
        <p:spPr>
          <a:xfrm>
            <a:off x="10012680" y="1783080"/>
            <a:ext cx="1517904" cy="457200"/>
          </a:xfrm>
          <a:prstGeom prst="rect">
            <a:avLst/>
          </a:prstGeom>
          <a:noFill/>
          <a:ln/>
        </p:spPr>
        <p:txBody>
          <a:bodyPr wrap="square" lIns="0" tIns="0" rIns="0" bIns="0" rtlCol="0" anchor="ctr"/>
          <a:lstStyle/>
          <a:p>
            <a:pPr marL="0" indent="0">
              <a:buNone/>
            </a:pPr>
            <a:r>
              <a:rPr lang="en-US" sz="2400" b="1" dirty="0">
                <a:solidFill>
                  <a:schemeClr val="tx1"/>
                </a:solidFill>
                <a:latin typeface="Gadugi" panose="020B0502040204020203" pitchFamily="34" charset="0"/>
                <a:ea typeface="Gadugi" panose="020B0502040204020203" pitchFamily="34" charset="0"/>
                <a:cs typeface="Arial" pitchFamily="34" charset="-120"/>
              </a:rPr>
              <a:t>ANT</a:t>
            </a:r>
            <a:endParaRPr lang="en-US" sz="2400" dirty="0">
              <a:latin typeface="Gadugi" panose="020B0502040204020203" pitchFamily="34" charset="0"/>
              <a:ea typeface="Gadugi" panose="020B0502040204020203" pitchFamily="34" charset="0"/>
            </a:endParaRPr>
          </a:p>
        </p:txBody>
      </p:sp>
      <p:sp>
        <p:nvSpPr>
          <p:cNvPr id="21" name="Round 7"/>
          <p:cNvSpPr/>
          <p:nvPr/>
        </p:nvSpPr>
        <p:spPr>
          <a:xfrm>
            <a:off x="548640" y="2478024"/>
            <a:ext cx="1737360" cy="987552"/>
          </a:xfrm>
          <a:prstGeom prst="roundRect">
            <a:avLst>
              <a:gd name="adj" fmla="val 9259"/>
            </a:avLst>
          </a:prstGeom>
          <a:solidFill>
            <a:schemeClr val="accent2"/>
          </a:solidFill>
          <a:ln/>
        </p:spPr>
      </p:sp>
      <p:sp>
        <p:nvSpPr>
          <p:cNvPr id="22" name="Text 20"/>
          <p:cNvSpPr txBox="1"/>
          <p:nvPr/>
        </p:nvSpPr>
        <p:spPr>
          <a:xfrm>
            <a:off x="658368" y="2569464"/>
            <a:ext cx="1517904" cy="274320"/>
          </a:xfrm>
          <a:prstGeom prst="rect">
            <a:avLst/>
          </a:prstGeom>
          <a:noFill/>
          <a:ln/>
        </p:spPr>
        <p:txBody>
          <a:bodyPr wrap="square" lIns="0" tIns="0" rIns="0" bIns="0" rtlCol="0" anchor="ctr"/>
          <a:lstStyle/>
          <a:p>
            <a:pPr marL="0" indent="0">
              <a:buNone/>
            </a:pPr>
            <a:r>
              <a:rPr lang="en-US" sz="1200" b="1" dirty="0">
                <a:solidFill>
                  <a:schemeClr val="tx1"/>
                </a:solidFill>
                <a:latin typeface="Gadugi" panose="020B0502040204020203" pitchFamily="34" charset="0"/>
                <a:ea typeface="Gadugi" panose="020B0502040204020203" pitchFamily="34" charset="0"/>
              </a:rPr>
              <a:t>R7 · Monte Carlo</a:t>
            </a:r>
            <a:endParaRPr lang="en-US" sz="1200" dirty="0">
              <a:latin typeface="Gadugi" panose="020B0502040204020203" pitchFamily="34" charset="0"/>
              <a:ea typeface="Gadugi" panose="020B0502040204020203" pitchFamily="34" charset="0"/>
            </a:endParaRPr>
          </a:p>
        </p:txBody>
      </p:sp>
      <p:sp>
        <p:nvSpPr>
          <p:cNvPr id="23" name="Text 21"/>
          <p:cNvSpPr txBox="1"/>
          <p:nvPr/>
        </p:nvSpPr>
        <p:spPr>
          <a:xfrm>
            <a:off x="658368" y="2889504"/>
            <a:ext cx="1517904" cy="457200"/>
          </a:xfrm>
          <a:prstGeom prst="rect">
            <a:avLst/>
          </a:prstGeom>
          <a:noFill/>
          <a:ln/>
        </p:spPr>
        <p:txBody>
          <a:bodyPr wrap="square" lIns="0" tIns="0" rIns="0" bIns="0" rtlCol="0" anchor="ctr"/>
          <a:lstStyle/>
          <a:p>
            <a:pPr marL="0" indent="0">
              <a:buNone/>
            </a:pPr>
            <a:r>
              <a:rPr lang="en-US" sz="2400" b="1" dirty="0">
                <a:solidFill>
                  <a:schemeClr val="tx1"/>
                </a:solidFill>
                <a:latin typeface="Gadugi" panose="020B0502040204020203" pitchFamily="34" charset="0"/>
                <a:ea typeface="Gadugi" panose="020B0502040204020203" pitchFamily="34" charset="0"/>
                <a:cs typeface="Arial" pitchFamily="34" charset="-120"/>
              </a:rPr>
              <a:t>ANT</a:t>
            </a:r>
            <a:endParaRPr lang="en-US" sz="2400" dirty="0">
              <a:latin typeface="Gadugi" panose="020B0502040204020203" pitchFamily="34" charset="0"/>
              <a:ea typeface="Gadugi" panose="020B0502040204020203" pitchFamily="34" charset="0"/>
            </a:endParaRPr>
          </a:p>
        </p:txBody>
      </p:sp>
      <p:sp>
        <p:nvSpPr>
          <p:cNvPr id="24" name="Round 8"/>
          <p:cNvSpPr/>
          <p:nvPr/>
        </p:nvSpPr>
        <p:spPr>
          <a:xfrm>
            <a:off x="2419502" y="2478024"/>
            <a:ext cx="1737360" cy="987552"/>
          </a:xfrm>
          <a:prstGeom prst="roundRect">
            <a:avLst>
              <a:gd name="adj" fmla="val 9259"/>
            </a:avLst>
          </a:prstGeom>
          <a:solidFill>
            <a:schemeClr val="accent1"/>
          </a:solidFill>
          <a:ln/>
        </p:spPr>
      </p:sp>
      <p:sp>
        <p:nvSpPr>
          <p:cNvPr id="25" name="Text 23"/>
          <p:cNvSpPr txBox="1"/>
          <p:nvPr/>
        </p:nvSpPr>
        <p:spPr>
          <a:xfrm>
            <a:off x="2529230" y="2569464"/>
            <a:ext cx="1517904" cy="274320"/>
          </a:xfrm>
          <a:prstGeom prst="rect">
            <a:avLst/>
          </a:prstGeom>
          <a:noFill/>
          <a:ln/>
        </p:spPr>
        <p:txBody>
          <a:bodyPr wrap="square" lIns="0" tIns="0" rIns="0" bIns="0" rtlCol="0" anchor="ctr"/>
          <a:lstStyle/>
          <a:p>
            <a:pPr marL="0" indent="0">
              <a:buNone/>
            </a:pPr>
            <a:r>
              <a:rPr lang="en-US" sz="1200" b="1" dirty="0">
                <a:solidFill>
                  <a:schemeClr val="bg1"/>
                </a:solidFill>
                <a:latin typeface="Gadugi" panose="020B0502040204020203" pitchFamily="34" charset="0"/>
                <a:ea typeface="Gadugi" panose="020B0502040204020203" pitchFamily="34" charset="0"/>
              </a:rPr>
              <a:t>R8 · Barcelona</a:t>
            </a:r>
            <a:endParaRPr lang="en-US" sz="1200" dirty="0">
              <a:latin typeface="Gadugi" panose="020B0502040204020203" pitchFamily="34" charset="0"/>
              <a:ea typeface="Gadugi" panose="020B0502040204020203" pitchFamily="34" charset="0"/>
            </a:endParaRPr>
          </a:p>
        </p:txBody>
      </p:sp>
      <p:sp>
        <p:nvSpPr>
          <p:cNvPr id="26" name="Text 24"/>
          <p:cNvSpPr txBox="1"/>
          <p:nvPr/>
        </p:nvSpPr>
        <p:spPr>
          <a:xfrm>
            <a:off x="2529230" y="2889504"/>
            <a:ext cx="1517904" cy="457200"/>
          </a:xfrm>
          <a:prstGeom prst="rect">
            <a:avLst/>
          </a:prstGeom>
          <a:noFill/>
          <a:ln/>
        </p:spPr>
        <p:txBody>
          <a:bodyPr wrap="square" lIns="0" tIns="0" rIns="0" bIns="0" rtlCol="0" anchor="ctr"/>
          <a:lstStyle/>
          <a:p>
            <a:pPr marL="0" indent="0">
              <a:buNone/>
            </a:pPr>
            <a:r>
              <a:rPr lang="en-US" sz="2400" b="1" dirty="0">
                <a:solidFill>
                  <a:schemeClr val="bg1"/>
                </a:solidFill>
                <a:latin typeface="Gadugi" panose="020B0502040204020203" pitchFamily="34" charset="0"/>
                <a:ea typeface="Gadugi" panose="020B0502040204020203" pitchFamily="34" charset="0"/>
                <a:cs typeface="Arial" pitchFamily="34" charset="-120"/>
              </a:rPr>
              <a:t>HAM</a:t>
            </a:r>
            <a:endParaRPr lang="en-US" sz="2400" dirty="0">
              <a:latin typeface="Gadugi" panose="020B0502040204020203" pitchFamily="34" charset="0"/>
              <a:ea typeface="Gadugi" panose="020B0502040204020203" pitchFamily="34" charset="0"/>
            </a:endParaRPr>
          </a:p>
        </p:txBody>
      </p:sp>
      <p:sp>
        <p:nvSpPr>
          <p:cNvPr id="27" name="Round 9"/>
          <p:cNvSpPr/>
          <p:nvPr/>
        </p:nvSpPr>
        <p:spPr>
          <a:xfrm>
            <a:off x="4290365" y="2478024"/>
            <a:ext cx="1737360" cy="987552"/>
          </a:xfrm>
          <a:prstGeom prst="roundRect">
            <a:avLst>
              <a:gd name="adj" fmla="val 9259"/>
            </a:avLst>
          </a:prstGeom>
          <a:solidFill>
            <a:schemeClr val="accent2"/>
          </a:solidFill>
          <a:ln/>
        </p:spPr>
      </p:sp>
      <p:sp>
        <p:nvSpPr>
          <p:cNvPr id="28" name="Text 26"/>
          <p:cNvSpPr txBox="1"/>
          <p:nvPr/>
        </p:nvSpPr>
        <p:spPr>
          <a:xfrm>
            <a:off x="4400093" y="2569464"/>
            <a:ext cx="1517904" cy="274320"/>
          </a:xfrm>
          <a:prstGeom prst="rect">
            <a:avLst/>
          </a:prstGeom>
          <a:noFill/>
          <a:ln/>
        </p:spPr>
        <p:txBody>
          <a:bodyPr wrap="square" lIns="0" tIns="0" rIns="0" bIns="0" rtlCol="0" anchor="ctr"/>
          <a:lstStyle/>
          <a:p>
            <a:pPr marL="0" indent="0">
              <a:buNone/>
            </a:pPr>
            <a:r>
              <a:rPr lang="en-US" sz="1200" b="1" dirty="0">
                <a:solidFill>
                  <a:schemeClr val="tx1"/>
                </a:solidFill>
                <a:latin typeface="Gadugi" panose="020B0502040204020203" pitchFamily="34" charset="0"/>
                <a:ea typeface="Gadugi" panose="020B0502040204020203" pitchFamily="34" charset="0"/>
              </a:rPr>
              <a:t>R9 · Spielberg</a:t>
            </a:r>
            <a:endParaRPr lang="en-US" sz="1200" dirty="0">
              <a:latin typeface="Gadugi" panose="020B0502040204020203" pitchFamily="34" charset="0"/>
              <a:ea typeface="Gadugi" panose="020B0502040204020203" pitchFamily="34" charset="0"/>
            </a:endParaRPr>
          </a:p>
        </p:txBody>
      </p:sp>
      <p:sp>
        <p:nvSpPr>
          <p:cNvPr id="29" name="Text 27"/>
          <p:cNvSpPr txBox="1"/>
          <p:nvPr/>
        </p:nvSpPr>
        <p:spPr>
          <a:xfrm>
            <a:off x="4400093" y="2889504"/>
            <a:ext cx="1517904" cy="457200"/>
          </a:xfrm>
          <a:prstGeom prst="rect">
            <a:avLst/>
          </a:prstGeom>
          <a:noFill/>
          <a:ln/>
        </p:spPr>
        <p:txBody>
          <a:bodyPr wrap="square" lIns="0" tIns="0" rIns="0" bIns="0" rtlCol="0" anchor="ctr"/>
          <a:lstStyle/>
          <a:p>
            <a:pPr marL="0" indent="0">
              <a:buNone/>
            </a:pPr>
            <a:r>
              <a:rPr lang="en-US" sz="2400" b="1" dirty="0">
                <a:solidFill>
                  <a:schemeClr val="tx1"/>
                </a:solidFill>
                <a:latin typeface="Gadugi" panose="020B0502040204020203" pitchFamily="34" charset="0"/>
                <a:ea typeface="Gadugi" panose="020B0502040204020203" pitchFamily="34" charset="0"/>
                <a:cs typeface="Arial" pitchFamily="34" charset="-120"/>
              </a:rPr>
              <a:t>RUS</a:t>
            </a:r>
            <a:endParaRPr lang="en-US" sz="2400" dirty="0">
              <a:latin typeface="Gadugi" panose="020B0502040204020203" pitchFamily="34" charset="0"/>
              <a:ea typeface="Gadugi" panose="020B0502040204020203" pitchFamily="34" charset="0"/>
            </a:endParaRPr>
          </a:p>
        </p:txBody>
      </p:sp>
      <p:sp>
        <p:nvSpPr>
          <p:cNvPr id="30" name="Round 10"/>
          <p:cNvSpPr/>
          <p:nvPr/>
        </p:nvSpPr>
        <p:spPr>
          <a:xfrm>
            <a:off x="6161227" y="2478024"/>
            <a:ext cx="1737360" cy="987552"/>
          </a:xfrm>
          <a:prstGeom prst="roundRect">
            <a:avLst>
              <a:gd name="adj" fmla="val 9259"/>
            </a:avLst>
          </a:prstGeom>
          <a:solidFill>
            <a:schemeClr val="accent1"/>
          </a:solidFill>
          <a:ln/>
        </p:spPr>
      </p:sp>
      <p:sp>
        <p:nvSpPr>
          <p:cNvPr id="31" name="Text 29"/>
          <p:cNvSpPr txBox="1"/>
          <p:nvPr/>
        </p:nvSpPr>
        <p:spPr>
          <a:xfrm>
            <a:off x="6270955" y="2569464"/>
            <a:ext cx="1517904" cy="274320"/>
          </a:xfrm>
          <a:prstGeom prst="rect">
            <a:avLst/>
          </a:prstGeom>
          <a:noFill/>
          <a:ln/>
        </p:spPr>
        <p:txBody>
          <a:bodyPr wrap="square" lIns="0" tIns="0" rIns="0" bIns="0" rtlCol="0" anchor="ctr"/>
          <a:lstStyle/>
          <a:p>
            <a:pPr marL="0" indent="0">
              <a:buNone/>
            </a:pPr>
            <a:r>
              <a:rPr lang="en-US" sz="1200" b="1" dirty="0">
                <a:solidFill>
                  <a:schemeClr val="bg1"/>
                </a:solidFill>
                <a:latin typeface="Gadugi" panose="020B0502040204020203" pitchFamily="34" charset="0"/>
                <a:ea typeface="Gadugi" panose="020B0502040204020203" pitchFamily="34" charset="0"/>
              </a:rPr>
              <a:t>R10 · Silverstone</a:t>
            </a:r>
            <a:endParaRPr lang="en-US" sz="1200" dirty="0">
              <a:latin typeface="Gadugi" panose="020B0502040204020203" pitchFamily="34" charset="0"/>
              <a:ea typeface="Gadugi" panose="020B0502040204020203" pitchFamily="34" charset="0"/>
            </a:endParaRPr>
          </a:p>
        </p:txBody>
      </p:sp>
      <p:sp>
        <p:nvSpPr>
          <p:cNvPr id="32" name="Text 30"/>
          <p:cNvSpPr txBox="1"/>
          <p:nvPr/>
        </p:nvSpPr>
        <p:spPr>
          <a:xfrm>
            <a:off x="6270955" y="2889504"/>
            <a:ext cx="1517904" cy="457200"/>
          </a:xfrm>
          <a:prstGeom prst="rect">
            <a:avLst/>
          </a:prstGeom>
          <a:noFill/>
          <a:ln/>
        </p:spPr>
        <p:txBody>
          <a:bodyPr wrap="square" lIns="0" tIns="0" rIns="0" bIns="0" rtlCol="0" anchor="ctr"/>
          <a:lstStyle/>
          <a:p>
            <a:pPr marL="0" indent="0">
              <a:buNone/>
            </a:pPr>
            <a:r>
              <a:rPr lang="en-US" sz="2400" b="1" dirty="0">
                <a:solidFill>
                  <a:schemeClr val="bg1"/>
                </a:solidFill>
                <a:latin typeface="Gadugi" panose="020B0502040204020203" pitchFamily="34" charset="0"/>
                <a:ea typeface="Gadugi" panose="020B0502040204020203" pitchFamily="34" charset="0"/>
                <a:cs typeface="Arial" pitchFamily="34" charset="-120"/>
              </a:rPr>
              <a:t>LEC</a:t>
            </a:r>
            <a:endParaRPr lang="en-US" sz="2400" dirty="0">
              <a:latin typeface="Gadugi" panose="020B0502040204020203" pitchFamily="34" charset="0"/>
              <a:ea typeface="Gadugi" panose="020B0502040204020203" pitchFamily="34" charset="0"/>
            </a:endParaRPr>
          </a:p>
        </p:txBody>
      </p:sp>
      <p:sp>
        <p:nvSpPr>
          <p:cNvPr id="33" name="Round 11"/>
          <p:cNvSpPr/>
          <p:nvPr/>
        </p:nvSpPr>
        <p:spPr>
          <a:xfrm>
            <a:off x="8032090" y="2478024"/>
            <a:ext cx="1737360" cy="987552"/>
          </a:xfrm>
          <a:prstGeom prst="roundRect">
            <a:avLst>
              <a:gd name="adj" fmla="val 9259"/>
            </a:avLst>
          </a:prstGeom>
          <a:solidFill>
            <a:schemeClr val="accent2"/>
          </a:solidFill>
          <a:ln/>
        </p:spPr>
      </p:sp>
      <p:sp>
        <p:nvSpPr>
          <p:cNvPr id="34" name="Text 32"/>
          <p:cNvSpPr txBox="1"/>
          <p:nvPr/>
        </p:nvSpPr>
        <p:spPr>
          <a:xfrm>
            <a:off x="8141818" y="2569464"/>
            <a:ext cx="1517904" cy="274320"/>
          </a:xfrm>
          <a:prstGeom prst="rect">
            <a:avLst/>
          </a:prstGeom>
          <a:noFill/>
          <a:ln/>
        </p:spPr>
        <p:txBody>
          <a:bodyPr wrap="square" lIns="0" tIns="0" rIns="0" bIns="0" rtlCol="0" anchor="ctr"/>
          <a:lstStyle/>
          <a:p>
            <a:pPr marL="0" indent="0">
              <a:buNone/>
            </a:pPr>
            <a:r>
              <a:rPr lang="en-US" sz="1200" b="1" dirty="0">
                <a:solidFill>
                  <a:schemeClr val="tx1"/>
                </a:solidFill>
                <a:latin typeface="Gadugi" panose="020B0502040204020203" pitchFamily="34" charset="0"/>
                <a:ea typeface="Gadugi" panose="020B0502040204020203" pitchFamily="34" charset="0"/>
              </a:rPr>
              <a:t>R11 · Spa</a:t>
            </a:r>
            <a:endParaRPr lang="en-US" sz="1200" dirty="0">
              <a:latin typeface="Gadugi" panose="020B0502040204020203" pitchFamily="34" charset="0"/>
              <a:ea typeface="Gadugi" panose="020B0502040204020203" pitchFamily="34" charset="0"/>
            </a:endParaRPr>
          </a:p>
        </p:txBody>
      </p:sp>
      <p:sp>
        <p:nvSpPr>
          <p:cNvPr id="35" name="Text 33"/>
          <p:cNvSpPr txBox="1"/>
          <p:nvPr/>
        </p:nvSpPr>
        <p:spPr>
          <a:xfrm>
            <a:off x="8141818" y="2889504"/>
            <a:ext cx="1517904" cy="457200"/>
          </a:xfrm>
          <a:prstGeom prst="rect">
            <a:avLst/>
          </a:prstGeom>
          <a:noFill/>
          <a:ln/>
        </p:spPr>
        <p:txBody>
          <a:bodyPr wrap="square" lIns="0" tIns="0" rIns="0" bIns="0" rtlCol="0" anchor="ctr"/>
          <a:lstStyle/>
          <a:p>
            <a:pPr marL="0" indent="0">
              <a:buNone/>
            </a:pPr>
            <a:r>
              <a:rPr lang="en-US" sz="2400" b="1" dirty="0">
                <a:solidFill>
                  <a:schemeClr val="tx1"/>
                </a:solidFill>
                <a:latin typeface="Gadugi" panose="020B0502040204020203" pitchFamily="34" charset="0"/>
                <a:ea typeface="Gadugi" panose="020B0502040204020203" pitchFamily="34" charset="0"/>
                <a:cs typeface="Arial" pitchFamily="34" charset="-120"/>
              </a:rPr>
              <a:t>ANT</a:t>
            </a:r>
            <a:endParaRPr lang="en-US" sz="2400" dirty="0">
              <a:latin typeface="Gadugi" panose="020B0502040204020203" pitchFamily="34" charset="0"/>
              <a:ea typeface="Gadugi" panose="020B0502040204020203" pitchFamily="34" charset="0"/>
            </a:endParaRPr>
          </a:p>
        </p:txBody>
      </p:sp>
      <p:sp>
        <p:nvSpPr>
          <p:cNvPr id="36" name="Round 12"/>
          <p:cNvSpPr/>
          <p:nvPr/>
        </p:nvSpPr>
        <p:spPr>
          <a:xfrm>
            <a:off x="9902952" y="2478024"/>
            <a:ext cx="1737360" cy="987552"/>
          </a:xfrm>
          <a:prstGeom prst="roundRect">
            <a:avLst>
              <a:gd name="adj" fmla="val 9259"/>
            </a:avLst>
          </a:prstGeom>
          <a:solidFill>
            <a:schemeClr val="accent3"/>
          </a:solidFill>
          <a:ln/>
        </p:spPr>
      </p:sp>
      <p:sp>
        <p:nvSpPr>
          <p:cNvPr id="37" name="Text 35"/>
          <p:cNvSpPr txBox="1"/>
          <p:nvPr/>
        </p:nvSpPr>
        <p:spPr>
          <a:xfrm>
            <a:off x="10012680" y="2569464"/>
            <a:ext cx="1517904" cy="274320"/>
          </a:xfrm>
          <a:prstGeom prst="rect">
            <a:avLst/>
          </a:prstGeom>
          <a:noFill/>
          <a:ln/>
        </p:spPr>
        <p:txBody>
          <a:bodyPr wrap="square" lIns="0" tIns="0" rIns="0" bIns="0" rtlCol="0" anchor="ctr"/>
          <a:lstStyle/>
          <a:p>
            <a:pPr marL="0" indent="0">
              <a:buNone/>
            </a:pPr>
            <a:r>
              <a:rPr lang="en-US" sz="1200" b="1" dirty="0">
                <a:solidFill>
                  <a:schemeClr val="tx1"/>
                </a:solidFill>
                <a:latin typeface="Gadugi" panose="020B0502040204020203" pitchFamily="34" charset="0"/>
                <a:ea typeface="Gadugi" panose="020B0502040204020203" pitchFamily="34" charset="0"/>
              </a:rPr>
              <a:t>R12 · Budapest</a:t>
            </a:r>
            <a:endParaRPr lang="en-US" sz="1200" dirty="0">
              <a:latin typeface="Gadugi" panose="020B0502040204020203" pitchFamily="34" charset="0"/>
              <a:ea typeface="Gadugi" panose="020B0502040204020203" pitchFamily="34" charset="0"/>
            </a:endParaRPr>
          </a:p>
        </p:txBody>
      </p:sp>
      <p:sp>
        <p:nvSpPr>
          <p:cNvPr id="38" name="Text 36"/>
          <p:cNvSpPr txBox="1"/>
          <p:nvPr/>
        </p:nvSpPr>
        <p:spPr>
          <a:xfrm>
            <a:off x="10012680" y="2889504"/>
            <a:ext cx="1517904" cy="457200"/>
          </a:xfrm>
          <a:prstGeom prst="rect">
            <a:avLst/>
          </a:prstGeom>
          <a:noFill/>
          <a:ln/>
        </p:spPr>
        <p:txBody>
          <a:bodyPr wrap="square" lIns="0" tIns="0" rIns="0" bIns="0" rtlCol="0" anchor="ctr"/>
          <a:lstStyle/>
          <a:p>
            <a:pPr marL="0" indent="0">
              <a:buNone/>
            </a:pPr>
            <a:r>
              <a:rPr lang="en-US" sz="2400" b="1" dirty="0">
                <a:solidFill>
                  <a:schemeClr val="tx1"/>
                </a:solidFill>
                <a:latin typeface="Gadugi" panose="020B0502040204020203" pitchFamily="34" charset="0"/>
                <a:ea typeface="Gadugi" panose="020B0502040204020203" pitchFamily="34" charset="0"/>
                <a:cs typeface="Arial" pitchFamily="34" charset="-120"/>
              </a:rPr>
              <a:t>NOR</a:t>
            </a:r>
            <a:endParaRPr lang="en-US" sz="2400" dirty="0">
              <a:latin typeface="Gadugi" panose="020B0502040204020203" pitchFamily="34" charset="0"/>
              <a:ea typeface="Gadugi" panose="020B0502040204020203" pitchFamily="34" charset="0"/>
            </a:endParaRPr>
          </a:p>
        </p:txBody>
      </p:sp>
      <p:sp>
        <p:nvSpPr>
          <p:cNvPr id="39" name="Round 13"/>
          <p:cNvSpPr/>
          <p:nvPr/>
        </p:nvSpPr>
        <p:spPr>
          <a:xfrm>
            <a:off x="548640" y="3584448"/>
            <a:ext cx="1737360" cy="987552"/>
          </a:xfrm>
          <a:prstGeom prst="roundRect">
            <a:avLst>
              <a:gd name="adj" fmla="val 9259"/>
            </a:avLst>
          </a:prstGeom>
          <a:solidFill>
            <a:schemeClr val="accent3"/>
          </a:solidFill>
          <a:ln/>
        </p:spPr>
      </p:sp>
      <p:sp>
        <p:nvSpPr>
          <p:cNvPr id="40" name="Text 38"/>
          <p:cNvSpPr txBox="1"/>
          <p:nvPr/>
        </p:nvSpPr>
        <p:spPr>
          <a:xfrm>
            <a:off x="658368" y="3675888"/>
            <a:ext cx="1517904" cy="274320"/>
          </a:xfrm>
          <a:prstGeom prst="rect">
            <a:avLst/>
          </a:prstGeom>
          <a:noFill/>
          <a:ln/>
        </p:spPr>
        <p:txBody>
          <a:bodyPr wrap="square" lIns="0" tIns="0" rIns="0" bIns="0" rtlCol="0" anchor="ctr"/>
          <a:lstStyle/>
          <a:p>
            <a:pPr marL="0" indent="0">
              <a:buNone/>
            </a:pPr>
            <a:r>
              <a:rPr lang="en-US" sz="1200" b="1" dirty="0">
                <a:solidFill>
                  <a:schemeClr val="tx1"/>
                </a:solidFill>
                <a:latin typeface="Gadugi" panose="020B0502040204020203" pitchFamily="34" charset="0"/>
                <a:ea typeface="Gadugi" panose="020B0502040204020203" pitchFamily="34" charset="0"/>
              </a:rPr>
              <a:t>R13 · Zandvoort</a:t>
            </a:r>
            <a:endParaRPr lang="en-US" sz="1200" dirty="0">
              <a:latin typeface="Gadugi" panose="020B0502040204020203" pitchFamily="34" charset="0"/>
              <a:ea typeface="Gadugi" panose="020B0502040204020203" pitchFamily="34" charset="0"/>
            </a:endParaRPr>
          </a:p>
        </p:txBody>
      </p:sp>
      <p:sp>
        <p:nvSpPr>
          <p:cNvPr id="41" name="Text 39"/>
          <p:cNvSpPr txBox="1"/>
          <p:nvPr/>
        </p:nvSpPr>
        <p:spPr>
          <a:xfrm>
            <a:off x="658368" y="3995928"/>
            <a:ext cx="1517904" cy="457200"/>
          </a:xfrm>
          <a:prstGeom prst="rect">
            <a:avLst/>
          </a:prstGeom>
          <a:noFill/>
          <a:ln/>
        </p:spPr>
        <p:txBody>
          <a:bodyPr wrap="square" lIns="0" tIns="0" rIns="0" bIns="0" rtlCol="0" anchor="ctr"/>
          <a:lstStyle/>
          <a:p>
            <a:pPr marL="0" indent="0">
              <a:buNone/>
            </a:pPr>
            <a:r>
              <a:rPr lang="en-US" sz="2400" b="1" dirty="0">
                <a:solidFill>
                  <a:schemeClr val="tx1"/>
                </a:solidFill>
                <a:latin typeface="Gadugi" panose="020B0502040204020203" pitchFamily="34" charset="0"/>
                <a:ea typeface="Gadugi" panose="020B0502040204020203" pitchFamily="34" charset="0"/>
                <a:cs typeface="Arial" pitchFamily="34" charset="-120"/>
              </a:rPr>
              <a:t>NOR</a:t>
            </a:r>
            <a:endParaRPr lang="en-US" sz="2400" dirty="0">
              <a:latin typeface="Gadugi" panose="020B0502040204020203" pitchFamily="34" charset="0"/>
              <a:ea typeface="Gadugi" panose="020B0502040204020203" pitchFamily="34" charset="0"/>
            </a:endParaRPr>
          </a:p>
        </p:txBody>
      </p:sp>
      <p:sp>
        <p:nvSpPr>
          <p:cNvPr id="42" name="Round 14"/>
          <p:cNvSpPr/>
          <p:nvPr/>
        </p:nvSpPr>
        <p:spPr>
          <a:xfrm>
            <a:off x="2419502" y="3584448"/>
            <a:ext cx="1737360" cy="987552"/>
          </a:xfrm>
          <a:prstGeom prst="roundRect">
            <a:avLst>
              <a:gd name="adj" fmla="val 9259"/>
            </a:avLst>
          </a:prstGeom>
          <a:solidFill>
            <a:schemeClr val="accent2"/>
          </a:solidFill>
          <a:ln/>
        </p:spPr>
      </p:sp>
      <p:sp>
        <p:nvSpPr>
          <p:cNvPr id="43" name="Text 41"/>
          <p:cNvSpPr txBox="1"/>
          <p:nvPr/>
        </p:nvSpPr>
        <p:spPr>
          <a:xfrm>
            <a:off x="2529230" y="3675888"/>
            <a:ext cx="1517904" cy="274320"/>
          </a:xfrm>
          <a:prstGeom prst="rect">
            <a:avLst/>
          </a:prstGeom>
          <a:noFill/>
          <a:ln/>
        </p:spPr>
        <p:txBody>
          <a:bodyPr wrap="square" lIns="0" tIns="0" rIns="0" bIns="0" rtlCol="0" anchor="ctr"/>
          <a:lstStyle/>
          <a:p>
            <a:pPr marL="0" indent="0">
              <a:buNone/>
            </a:pPr>
            <a:r>
              <a:rPr lang="en-US" sz="1200" b="1" dirty="0">
                <a:solidFill>
                  <a:schemeClr val="tx1"/>
                </a:solidFill>
                <a:latin typeface="Gadugi" panose="020B0502040204020203" pitchFamily="34" charset="0"/>
                <a:ea typeface="Gadugi" panose="020B0502040204020203" pitchFamily="34" charset="0"/>
              </a:rPr>
              <a:t>R14 · Monza</a:t>
            </a:r>
            <a:endParaRPr lang="en-US" sz="1200" dirty="0">
              <a:latin typeface="Gadugi" panose="020B0502040204020203" pitchFamily="34" charset="0"/>
              <a:ea typeface="Gadugi" panose="020B0502040204020203" pitchFamily="34" charset="0"/>
            </a:endParaRPr>
          </a:p>
        </p:txBody>
      </p:sp>
      <p:sp>
        <p:nvSpPr>
          <p:cNvPr id="44" name="Text 42"/>
          <p:cNvSpPr txBox="1"/>
          <p:nvPr/>
        </p:nvSpPr>
        <p:spPr>
          <a:xfrm>
            <a:off x="2529230" y="3995928"/>
            <a:ext cx="1517904" cy="457200"/>
          </a:xfrm>
          <a:prstGeom prst="rect">
            <a:avLst/>
          </a:prstGeom>
          <a:noFill/>
          <a:ln/>
        </p:spPr>
        <p:txBody>
          <a:bodyPr wrap="square" lIns="0" tIns="0" rIns="0" bIns="0" rtlCol="0" anchor="ctr"/>
          <a:lstStyle/>
          <a:p>
            <a:pPr marL="0" indent="0">
              <a:buNone/>
            </a:pPr>
            <a:r>
              <a:rPr lang="en-US" sz="2400" b="1" dirty="0">
                <a:solidFill>
                  <a:schemeClr val="tx1"/>
                </a:solidFill>
                <a:latin typeface="Gadugi" panose="020B0502040204020203" pitchFamily="34" charset="0"/>
                <a:ea typeface="Gadugi" panose="020B0502040204020203" pitchFamily="34" charset="0"/>
                <a:cs typeface="Arial" pitchFamily="34" charset="-120"/>
              </a:rPr>
              <a:t>ANT</a:t>
            </a:r>
            <a:endParaRPr lang="en-US" sz="2400" dirty="0">
              <a:latin typeface="Gadugi" panose="020B0502040204020203" pitchFamily="34" charset="0"/>
              <a:ea typeface="Gadugi" panose="020B0502040204020203" pitchFamily="34" charset="0"/>
            </a:endParaRPr>
          </a:p>
        </p:txBody>
      </p:sp>
      <p:sp>
        <p:nvSpPr>
          <p:cNvPr id="45" name="Round 15"/>
          <p:cNvSpPr/>
          <p:nvPr/>
        </p:nvSpPr>
        <p:spPr>
          <a:xfrm>
            <a:off x="4290365" y="3584448"/>
            <a:ext cx="1737360" cy="987552"/>
          </a:xfrm>
          <a:prstGeom prst="roundRect">
            <a:avLst>
              <a:gd name="adj" fmla="val 9259"/>
            </a:avLst>
          </a:prstGeom>
          <a:solidFill>
            <a:schemeClr val="accent2"/>
          </a:solidFill>
          <a:ln/>
        </p:spPr>
      </p:sp>
      <p:sp>
        <p:nvSpPr>
          <p:cNvPr id="46" name="Text 44"/>
          <p:cNvSpPr txBox="1"/>
          <p:nvPr/>
        </p:nvSpPr>
        <p:spPr>
          <a:xfrm>
            <a:off x="4400093" y="3675888"/>
            <a:ext cx="1517904" cy="274320"/>
          </a:xfrm>
          <a:prstGeom prst="rect">
            <a:avLst/>
          </a:prstGeom>
          <a:noFill/>
          <a:ln/>
        </p:spPr>
        <p:txBody>
          <a:bodyPr wrap="square" lIns="0" tIns="0" rIns="0" bIns="0" rtlCol="0" anchor="ctr"/>
          <a:lstStyle/>
          <a:p>
            <a:pPr marL="0" indent="0">
              <a:buNone/>
            </a:pPr>
            <a:r>
              <a:rPr lang="en-US" sz="1200" b="1" dirty="0">
                <a:solidFill>
                  <a:schemeClr val="tx1"/>
                </a:solidFill>
                <a:latin typeface="Gadugi" panose="020B0502040204020203" pitchFamily="34" charset="0"/>
                <a:ea typeface="Gadugi" panose="020B0502040204020203" pitchFamily="34" charset="0"/>
              </a:rPr>
              <a:t>R15 · Madrid</a:t>
            </a:r>
            <a:endParaRPr lang="en-US" sz="1200" dirty="0">
              <a:latin typeface="Gadugi" panose="020B0502040204020203" pitchFamily="34" charset="0"/>
              <a:ea typeface="Gadugi" panose="020B0502040204020203" pitchFamily="34" charset="0"/>
            </a:endParaRPr>
          </a:p>
        </p:txBody>
      </p:sp>
      <p:sp>
        <p:nvSpPr>
          <p:cNvPr id="47" name="Text 45"/>
          <p:cNvSpPr txBox="1"/>
          <p:nvPr/>
        </p:nvSpPr>
        <p:spPr>
          <a:xfrm>
            <a:off x="4400093" y="3995928"/>
            <a:ext cx="1517904" cy="457200"/>
          </a:xfrm>
          <a:prstGeom prst="rect">
            <a:avLst/>
          </a:prstGeom>
          <a:noFill/>
          <a:ln/>
        </p:spPr>
        <p:txBody>
          <a:bodyPr wrap="square" lIns="0" tIns="0" rIns="0" bIns="0" rtlCol="0" anchor="ctr"/>
          <a:lstStyle/>
          <a:p>
            <a:pPr marL="0" indent="0">
              <a:buNone/>
            </a:pPr>
            <a:r>
              <a:rPr lang="en-US" sz="2400" b="1" dirty="0">
                <a:solidFill>
                  <a:schemeClr val="tx1"/>
                </a:solidFill>
                <a:latin typeface="Gadugi" panose="020B0502040204020203" pitchFamily="34" charset="0"/>
                <a:ea typeface="Gadugi" panose="020B0502040204020203" pitchFamily="34" charset="0"/>
                <a:cs typeface="Arial" pitchFamily="34" charset="-120"/>
              </a:rPr>
              <a:t>ANT</a:t>
            </a:r>
            <a:endParaRPr lang="en-US" sz="2400" dirty="0">
              <a:latin typeface="Gadugi" panose="020B0502040204020203" pitchFamily="34" charset="0"/>
              <a:ea typeface="Gadugi" panose="020B0502040204020203" pitchFamily="34" charset="0"/>
            </a:endParaRPr>
          </a:p>
        </p:txBody>
      </p:sp>
      <p:sp>
        <p:nvSpPr>
          <p:cNvPr id="48" name="Round 16"/>
          <p:cNvSpPr/>
          <p:nvPr/>
        </p:nvSpPr>
        <p:spPr>
          <a:xfrm>
            <a:off x="6161227" y="3584448"/>
            <a:ext cx="1737360" cy="987552"/>
          </a:xfrm>
          <a:prstGeom prst="roundRect">
            <a:avLst>
              <a:gd name="adj" fmla="val 9259"/>
            </a:avLst>
          </a:prstGeom>
          <a:solidFill>
            <a:schemeClr val="accent2"/>
          </a:solidFill>
          <a:ln/>
        </p:spPr>
      </p:sp>
      <p:sp>
        <p:nvSpPr>
          <p:cNvPr id="49" name="Text 47"/>
          <p:cNvSpPr txBox="1"/>
          <p:nvPr/>
        </p:nvSpPr>
        <p:spPr>
          <a:xfrm>
            <a:off x="6270955" y="3675888"/>
            <a:ext cx="1517904" cy="274320"/>
          </a:xfrm>
          <a:prstGeom prst="rect">
            <a:avLst/>
          </a:prstGeom>
          <a:noFill/>
          <a:ln/>
        </p:spPr>
        <p:txBody>
          <a:bodyPr wrap="square" lIns="0" tIns="0" rIns="0" bIns="0" rtlCol="0" anchor="ctr"/>
          <a:lstStyle/>
          <a:p>
            <a:pPr marL="0" indent="0">
              <a:buNone/>
            </a:pPr>
            <a:r>
              <a:rPr lang="en-US" sz="1200" b="1" dirty="0">
                <a:solidFill>
                  <a:schemeClr val="tx1"/>
                </a:solidFill>
                <a:latin typeface="Gadugi" panose="020B0502040204020203" pitchFamily="34" charset="0"/>
                <a:ea typeface="Gadugi" panose="020B0502040204020203" pitchFamily="34" charset="0"/>
              </a:rPr>
              <a:t>R16 · Baku</a:t>
            </a:r>
            <a:endParaRPr lang="en-US" sz="1200" dirty="0">
              <a:latin typeface="Gadugi" panose="020B0502040204020203" pitchFamily="34" charset="0"/>
              <a:ea typeface="Gadugi" panose="020B0502040204020203" pitchFamily="34" charset="0"/>
            </a:endParaRPr>
          </a:p>
        </p:txBody>
      </p:sp>
      <p:sp>
        <p:nvSpPr>
          <p:cNvPr id="50" name="Text 48"/>
          <p:cNvSpPr txBox="1"/>
          <p:nvPr/>
        </p:nvSpPr>
        <p:spPr>
          <a:xfrm>
            <a:off x="6270955" y="3995928"/>
            <a:ext cx="1517904" cy="457200"/>
          </a:xfrm>
          <a:prstGeom prst="rect">
            <a:avLst/>
          </a:prstGeom>
          <a:noFill/>
          <a:ln/>
        </p:spPr>
        <p:txBody>
          <a:bodyPr wrap="square" lIns="0" tIns="0" rIns="0" bIns="0" rtlCol="0" anchor="ctr"/>
          <a:lstStyle/>
          <a:p>
            <a:pPr marL="0" indent="0">
              <a:buNone/>
            </a:pPr>
            <a:r>
              <a:rPr lang="en-US" sz="2400" b="1" dirty="0">
                <a:solidFill>
                  <a:schemeClr val="tx1"/>
                </a:solidFill>
                <a:latin typeface="Gadugi" panose="020B0502040204020203" pitchFamily="34" charset="0"/>
                <a:ea typeface="Gadugi" panose="020B0502040204020203" pitchFamily="34" charset="0"/>
                <a:cs typeface="Arial" pitchFamily="34" charset="-120"/>
              </a:rPr>
              <a:t>RUS</a:t>
            </a:r>
            <a:endParaRPr lang="en-US" sz="2400" dirty="0">
              <a:latin typeface="Gadugi" panose="020B0502040204020203" pitchFamily="34" charset="0"/>
              <a:ea typeface="Gadugi" panose="020B0502040204020203" pitchFamily="34" charset="0"/>
            </a:endParaRPr>
          </a:p>
        </p:txBody>
      </p:sp>
      <p:sp>
        <p:nvSpPr>
          <p:cNvPr id="51" name="Round 17"/>
          <p:cNvSpPr/>
          <p:nvPr/>
        </p:nvSpPr>
        <p:spPr>
          <a:xfrm>
            <a:off x="8032090" y="3584448"/>
            <a:ext cx="1737360" cy="987552"/>
          </a:xfrm>
          <a:prstGeom prst="roundRect">
            <a:avLst>
              <a:gd name="adj" fmla="val 9259"/>
            </a:avLst>
          </a:prstGeom>
          <a:solidFill>
            <a:schemeClr val="accent4"/>
          </a:solidFill>
          <a:ln/>
        </p:spPr>
      </p:sp>
      <p:sp>
        <p:nvSpPr>
          <p:cNvPr id="52" name="Text 50"/>
          <p:cNvSpPr txBox="1"/>
          <p:nvPr/>
        </p:nvSpPr>
        <p:spPr>
          <a:xfrm>
            <a:off x="8141818" y="3675888"/>
            <a:ext cx="1517904" cy="274320"/>
          </a:xfrm>
          <a:prstGeom prst="rect">
            <a:avLst/>
          </a:prstGeom>
          <a:noFill/>
          <a:ln/>
        </p:spPr>
        <p:txBody>
          <a:bodyPr wrap="square" lIns="0" tIns="0" rIns="0" bIns="0" rtlCol="0" anchor="ctr"/>
          <a:lstStyle/>
          <a:p>
            <a:pPr marL="0" indent="0">
              <a:buNone/>
            </a:pPr>
            <a:r>
              <a:rPr lang="en-US" sz="1200" b="1" dirty="0">
                <a:solidFill>
                  <a:schemeClr val="bg1"/>
                </a:solidFill>
                <a:latin typeface="Gadugi" panose="020B0502040204020203" pitchFamily="34" charset="0"/>
                <a:ea typeface="Gadugi" panose="020B0502040204020203" pitchFamily="34" charset="0"/>
              </a:rPr>
              <a:t>R17 · Sakhir</a:t>
            </a:r>
            <a:endParaRPr lang="en-US" sz="1200" dirty="0">
              <a:latin typeface="Gadugi" panose="020B0502040204020203" pitchFamily="34" charset="0"/>
              <a:ea typeface="Gadugi" panose="020B0502040204020203" pitchFamily="34" charset="0"/>
            </a:endParaRPr>
          </a:p>
        </p:txBody>
      </p:sp>
      <p:sp>
        <p:nvSpPr>
          <p:cNvPr id="53" name="Text 51"/>
          <p:cNvSpPr txBox="1"/>
          <p:nvPr/>
        </p:nvSpPr>
        <p:spPr>
          <a:xfrm>
            <a:off x="8141818" y="3995928"/>
            <a:ext cx="1517904" cy="457200"/>
          </a:xfrm>
          <a:prstGeom prst="rect">
            <a:avLst/>
          </a:prstGeom>
          <a:noFill/>
          <a:ln/>
        </p:spPr>
        <p:txBody>
          <a:bodyPr wrap="square" lIns="0" tIns="0" rIns="0" bIns="0" rtlCol="0" anchor="ctr"/>
          <a:lstStyle/>
          <a:p>
            <a:pPr marL="0" indent="0">
              <a:buNone/>
            </a:pPr>
            <a:r>
              <a:rPr lang="en-US" sz="2400" b="1" dirty="0">
                <a:solidFill>
                  <a:schemeClr val="bg1"/>
                </a:solidFill>
                <a:latin typeface="Gadugi" panose="020B0502040204020203" pitchFamily="34" charset="0"/>
                <a:ea typeface="Gadugi" panose="020B0502040204020203" pitchFamily="34" charset="0"/>
                <a:cs typeface="Arial" pitchFamily="34" charset="-120"/>
              </a:rPr>
              <a:t>VER</a:t>
            </a:r>
            <a:endParaRPr lang="en-US" sz="2400" dirty="0">
              <a:latin typeface="Gadugi" panose="020B0502040204020203" pitchFamily="34" charset="0"/>
              <a:ea typeface="Gadugi" panose="020B0502040204020203" pitchFamily="34" charset="0"/>
            </a:endParaRPr>
          </a:p>
        </p:txBody>
      </p:sp>
      <p:sp>
        <p:nvSpPr>
          <p:cNvPr id="54" name="Round 18"/>
          <p:cNvSpPr/>
          <p:nvPr/>
        </p:nvSpPr>
        <p:spPr>
          <a:xfrm>
            <a:off x="9902952" y="3584448"/>
            <a:ext cx="1737360" cy="987552"/>
          </a:xfrm>
          <a:prstGeom prst="roundRect">
            <a:avLst>
              <a:gd name="adj" fmla="val 9259"/>
            </a:avLst>
          </a:prstGeom>
          <a:solidFill>
            <a:schemeClr val="accent4"/>
          </a:solidFill>
          <a:ln/>
        </p:spPr>
      </p:sp>
      <p:sp>
        <p:nvSpPr>
          <p:cNvPr id="55" name="Text 53"/>
          <p:cNvSpPr txBox="1"/>
          <p:nvPr/>
        </p:nvSpPr>
        <p:spPr>
          <a:xfrm>
            <a:off x="10012680" y="3675888"/>
            <a:ext cx="1517904" cy="274320"/>
          </a:xfrm>
          <a:prstGeom prst="rect">
            <a:avLst/>
          </a:prstGeom>
          <a:noFill/>
          <a:ln/>
        </p:spPr>
        <p:txBody>
          <a:bodyPr wrap="square" lIns="0" tIns="0" rIns="0" bIns="0" rtlCol="0" anchor="ctr"/>
          <a:lstStyle/>
          <a:p>
            <a:pPr marL="0" indent="0">
              <a:buNone/>
            </a:pPr>
            <a:r>
              <a:rPr lang="en-US" sz="1200" b="1" dirty="0">
                <a:solidFill>
                  <a:schemeClr val="bg1"/>
                </a:solidFill>
                <a:latin typeface="Gadugi" panose="020B0502040204020203" pitchFamily="34" charset="0"/>
                <a:ea typeface="Gadugi" panose="020B0502040204020203" pitchFamily="34" charset="0"/>
              </a:rPr>
              <a:t>R18 · Singapore</a:t>
            </a:r>
            <a:endParaRPr lang="en-US" sz="1200" dirty="0">
              <a:latin typeface="Gadugi" panose="020B0502040204020203" pitchFamily="34" charset="0"/>
              <a:ea typeface="Gadugi" panose="020B0502040204020203" pitchFamily="34" charset="0"/>
            </a:endParaRPr>
          </a:p>
        </p:txBody>
      </p:sp>
      <p:sp>
        <p:nvSpPr>
          <p:cNvPr id="56" name="Text 54"/>
          <p:cNvSpPr txBox="1"/>
          <p:nvPr/>
        </p:nvSpPr>
        <p:spPr>
          <a:xfrm>
            <a:off x="10012680" y="3995928"/>
            <a:ext cx="1517904" cy="457200"/>
          </a:xfrm>
          <a:prstGeom prst="rect">
            <a:avLst/>
          </a:prstGeom>
          <a:noFill/>
          <a:ln/>
        </p:spPr>
        <p:txBody>
          <a:bodyPr wrap="square" lIns="0" tIns="0" rIns="0" bIns="0" rtlCol="0" anchor="ctr"/>
          <a:lstStyle/>
          <a:p>
            <a:pPr marL="0" indent="0">
              <a:buNone/>
            </a:pPr>
            <a:r>
              <a:rPr lang="en-US" sz="2400" b="1" dirty="0">
                <a:solidFill>
                  <a:schemeClr val="bg1"/>
                </a:solidFill>
                <a:latin typeface="Gadugi" panose="020B0502040204020203" pitchFamily="34" charset="0"/>
                <a:ea typeface="Gadugi" panose="020B0502040204020203" pitchFamily="34" charset="0"/>
                <a:cs typeface="Arial" pitchFamily="34" charset="-120"/>
              </a:rPr>
              <a:t>VER</a:t>
            </a:r>
            <a:endParaRPr lang="en-US" sz="2400" dirty="0">
              <a:latin typeface="Gadugi" panose="020B0502040204020203" pitchFamily="34" charset="0"/>
              <a:ea typeface="Gadugi" panose="020B0502040204020203" pitchFamily="34" charset="0"/>
            </a:endParaRPr>
          </a:p>
        </p:txBody>
      </p:sp>
      <p:sp>
        <p:nvSpPr>
          <p:cNvPr id="57" name="Round 19"/>
          <p:cNvSpPr/>
          <p:nvPr/>
        </p:nvSpPr>
        <p:spPr>
          <a:xfrm>
            <a:off x="548640" y="4690872"/>
            <a:ext cx="1737360" cy="987552"/>
          </a:xfrm>
          <a:prstGeom prst="roundRect">
            <a:avLst>
              <a:gd name="adj" fmla="val 9259"/>
            </a:avLst>
          </a:prstGeom>
          <a:solidFill>
            <a:schemeClr val="accent2"/>
          </a:solidFill>
          <a:ln/>
        </p:spPr>
      </p:sp>
      <p:sp>
        <p:nvSpPr>
          <p:cNvPr id="58" name="Text 56"/>
          <p:cNvSpPr txBox="1"/>
          <p:nvPr/>
        </p:nvSpPr>
        <p:spPr>
          <a:xfrm>
            <a:off x="658368" y="4782312"/>
            <a:ext cx="1517904" cy="274320"/>
          </a:xfrm>
          <a:prstGeom prst="rect">
            <a:avLst/>
          </a:prstGeom>
          <a:noFill/>
          <a:ln/>
        </p:spPr>
        <p:txBody>
          <a:bodyPr wrap="square" lIns="0" tIns="0" rIns="0" bIns="0" rtlCol="0" anchor="ctr"/>
          <a:lstStyle/>
          <a:p>
            <a:pPr marL="0" indent="0">
              <a:buNone/>
            </a:pPr>
            <a:r>
              <a:rPr lang="en-US" sz="1200" b="1" dirty="0">
                <a:solidFill>
                  <a:schemeClr val="tx1"/>
                </a:solidFill>
                <a:latin typeface="Gadugi" panose="020B0502040204020203" pitchFamily="34" charset="0"/>
                <a:ea typeface="Gadugi" panose="020B0502040204020203" pitchFamily="34" charset="0"/>
              </a:rPr>
              <a:t>R19 · Austin</a:t>
            </a:r>
            <a:endParaRPr lang="en-US" sz="1200" dirty="0">
              <a:latin typeface="Gadugi" panose="020B0502040204020203" pitchFamily="34" charset="0"/>
              <a:ea typeface="Gadugi" panose="020B0502040204020203" pitchFamily="34" charset="0"/>
            </a:endParaRPr>
          </a:p>
        </p:txBody>
      </p:sp>
      <p:sp>
        <p:nvSpPr>
          <p:cNvPr id="59" name="Text 57"/>
          <p:cNvSpPr txBox="1"/>
          <p:nvPr/>
        </p:nvSpPr>
        <p:spPr>
          <a:xfrm>
            <a:off x="658368" y="5102352"/>
            <a:ext cx="1517904" cy="457200"/>
          </a:xfrm>
          <a:prstGeom prst="rect">
            <a:avLst/>
          </a:prstGeom>
          <a:noFill/>
          <a:ln/>
        </p:spPr>
        <p:txBody>
          <a:bodyPr wrap="square" lIns="0" tIns="0" rIns="0" bIns="0" rtlCol="0" anchor="ctr"/>
          <a:lstStyle/>
          <a:p>
            <a:pPr marL="0" indent="0">
              <a:buNone/>
            </a:pPr>
            <a:r>
              <a:rPr lang="en-US" sz="2400" b="1" dirty="0">
                <a:solidFill>
                  <a:schemeClr val="tx1"/>
                </a:solidFill>
                <a:latin typeface="Gadugi" panose="020B0502040204020203" pitchFamily="34" charset="0"/>
                <a:ea typeface="Gadugi" panose="020B0502040204020203" pitchFamily="34" charset="0"/>
                <a:cs typeface="Arial" pitchFamily="34" charset="-120"/>
              </a:rPr>
              <a:t>ANT</a:t>
            </a:r>
            <a:endParaRPr lang="en-US" sz="2400" dirty="0">
              <a:latin typeface="Gadugi" panose="020B0502040204020203" pitchFamily="34" charset="0"/>
              <a:ea typeface="Gadugi" panose="020B0502040204020203" pitchFamily="34" charset="0"/>
            </a:endParaRPr>
          </a:p>
        </p:txBody>
      </p:sp>
      <p:sp>
        <p:nvSpPr>
          <p:cNvPr id="60" name="Round 20"/>
          <p:cNvSpPr/>
          <p:nvPr/>
        </p:nvSpPr>
        <p:spPr>
          <a:xfrm>
            <a:off x="2419502" y="4690872"/>
            <a:ext cx="1737360" cy="987552"/>
          </a:xfrm>
          <a:prstGeom prst="roundRect">
            <a:avLst>
              <a:gd name="adj" fmla="val 9259"/>
            </a:avLst>
          </a:prstGeom>
          <a:solidFill>
            <a:schemeClr val="bg1"/>
          </a:solidFill>
          <a:ln w="12700">
            <a:solidFill>
              <a:schemeClr val="tx2"/>
            </a:solidFill>
            <a:prstDash val="dash"/>
          </a:ln>
        </p:spPr>
      </p:sp>
      <p:sp>
        <p:nvSpPr>
          <p:cNvPr id="61" name="Text 59"/>
          <p:cNvSpPr txBox="1"/>
          <p:nvPr/>
        </p:nvSpPr>
        <p:spPr>
          <a:xfrm>
            <a:off x="2529230" y="4782312"/>
            <a:ext cx="1517904" cy="274320"/>
          </a:xfrm>
          <a:prstGeom prst="rect">
            <a:avLst/>
          </a:prstGeom>
          <a:noFill/>
          <a:ln/>
        </p:spPr>
        <p:txBody>
          <a:bodyPr wrap="square" lIns="0" tIns="0" rIns="0" bIns="0" rtlCol="0" anchor="ctr"/>
          <a:lstStyle/>
          <a:p>
            <a:pPr marL="0" indent="0">
              <a:buNone/>
            </a:pPr>
            <a:r>
              <a:rPr lang="en-US" sz="1200" b="1" dirty="0">
                <a:solidFill>
                  <a:schemeClr val="tx1"/>
                </a:solidFill>
                <a:latin typeface="Gadugi" panose="020B0502040204020203" pitchFamily="34" charset="0"/>
                <a:ea typeface="Gadugi" panose="020B0502040204020203" pitchFamily="34" charset="0"/>
              </a:rPr>
              <a:t>R20 · Mexico City</a:t>
            </a:r>
            <a:endParaRPr lang="en-US" sz="1200" dirty="0">
              <a:latin typeface="Gadugi" panose="020B0502040204020203" pitchFamily="34" charset="0"/>
              <a:ea typeface="Gadugi" panose="020B0502040204020203" pitchFamily="34" charset="0"/>
            </a:endParaRPr>
          </a:p>
        </p:txBody>
      </p:sp>
      <p:sp>
        <p:nvSpPr>
          <p:cNvPr id="62" name="Text 60"/>
          <p:cNvSpPr txBox="1"/>
          <p:nvPr/>
        </p:nvSpPr>
        <p:spPr>
          <a:xfrm>
            <a:off x="2529230" y="5102352"/>
            <a:ext cx="1517904" cy="457200"/>
          </a:xfrm>
          <a:prstGeom prst="rect">
            <a:avLst/>
          </a:prstGeom>
          <a:noFill/>
          <a:ln/>
        </p:spPr>
        <p:txBody>
          <a:bodyPr wrap="square" lIns="0" tIns="0" rIns="0" bIns="0" rtlCol="0" anchor="ctr"/>
          <a:lstStyle/>
          <a:p>
            <a:pPr marL="0" indent="0">
              <a:buNone/>
            </a:pPr>
            <a:r>
              <a:rPr lang="en-US" sz="1600" b="1" dirty="0">
                <a:solidFill>
                  <a:schemeClr val="tx1"/>
                </a:solidFill>
                <a:latin typeface="Gadugi" panose="020B0502040204020203" pitchFamily="34" charset="0"/>
                <a:ea typeface="Gadugi" panose="020B0502040204020203" pitchFamily="34" charset="0"/>
                <a:cs typeface="Arial" pitchFamily="34" charset="-120"/>
              </a:rPr>
              <a:t>Upcoming</a:t>
            </a:r>
            <a:endParaRPr lang="en-US" sz="1600" dirty="0">
              <a:latin typeface="Gadugi" panose="020B0502040204020203" pitchFamily="34" charset="0"/>
              <a:ea typeface="Gadugi" panose="020B0502040204020203" pitchFamily="34" charset="0"/>
            </a:endParaRPr>
          </a:p>
        </p:txBody>
      </p:sp>
      <p:sp>
        <p:nvSpPr>
          <p:cNvPr id="63" name="Round 21"/>
          <p:cNvSpPr/>
          <p:nvPr/>
        </p:nvSpPr>
        <p:spPr>
          <a:xfrm>
            <a:off x="4290365" y="4690872"/>
            <a:ext cx="1737360" cy="987552"/>
          </a:xfrm>
          <a:prstGeom prst="roundRect">
            <a:avLst>
              <a:gd name="adj" fmla="val 9259"/>
            </a:avLst>
          </a:prstGeom>
          <a:solidFill>
            <a:schemeClr val="bg1"/>
          </a:solidFill>
          <a:ln w="12700">
            <a:solidFill>
              <a:schemeClr val="tx2"/>
            </a:solidFill>
            <a:prstDash val="dash"/>
          </a:ln>
        </p:spPr>
      </p:sp>
      <p:sp>
        <p:nvSpPr>
          <p:cNvPr id="64" name="Text 62"/>
          <p:cNvSpPr txBox="1"/>
          <p:nvPr/>
        </p:nvSpPr>
        <p:spPr>
          <a:xfrm>
            <a:off x="4400093" y="4782312"/>
            <a:ext cx="1517904" cy="274320"/>
          </a:xfrm>
          <a:prstGeom prst="rect">
            <a:avLst/>
          </a:prstGeom>
          <a:noFill/>
          <a:ln/>
        </p:spPr>
        <p:txBody>
          <a:bodyPr wrap="square" lIns="0" tIns="0" rIns="0" bIns="0" rtlCol="0" anchor="ctr"/>
          <a:lstStyle/>
          <a:p>
            <a:pPr marL="0" indent="0">
              <a:buNone/>
            </a:pPr>
            <a:r>
              <a:rPr lang="en-US" sz="1200" b="1" dirty="0">
                <a:solidFill>
                  <a:schemeClr val="tx1"/>
                </a:solidFill>
                <a:latin typeface="Gadugi" panose="020B0502040204020203" pitchFamily="34" charset="0"/>
                <a:ea typeface="Gadugi" panose="020B0502040204020203" pitchFamily="34" charset="0"/>
              </a:rPr>
              <a:t>R21 · São Paulo</a:t>
            </a:r>
            <a:endParaRPr lang="en-US" sz="1200" dirty="0">
              <a:latin typeface="Gadugi" panose="020B0502040204020203" pitchFamily="34" charset="0"/>
              <a:ea typeface="Gadugi" panose="020B0502040204020203" pitchFamily="34" charset="0"/>
            </a:endParaRPr>
          </a:p>
        </p:txBody>
      </p:sp>
      <p:sp>
        <p:nvSpPr>
          <p:cNvPr id="65" name="Text 63"/>
          <p:cNvSpPr txBox="1"/>
          <p:nvPr/>
        </p:nvSpPr>
        <p:spPr>
          <a:xfrm>
            <a:off x="4400093" y="5102352"/>
            <a:ext cx="1517904" cy="457200"/>
          </a:xfrm>
          <a:prstGeom prst="rect">
            <a:avLst/>
          </a:prstGeom>
          <a:noFill/>
          <a:ln/>
        </p:spPr>
        <p:txBody>
          <a:bodyPr wrap="square" lIns="0" tIns="0" rIns="0" bIns="0" rtlCol="0" anchor="ctr"/>
          <a:lstStyle/>
          <a:p>
            <a:pPr marL="0" indent="0">
              <a:buNone/>
            </a:pPr>
            <a:r>
              <a:rPr lang="en-US" sz="1600" b="1" dirty="0">
                <a:solidFill>
                  <a:schemeClr val="tx1"/>
                </a:solidFill>
                <a:latin typeface="Gadugi" panose="020B0502040204020203" pitchFamily="34" charset="0"/>
                <a:ea typeface="Gadugi" panose="020B0502040204020203" pitchFamily="34" charset="0"/>
                <a:cs typeface="Arial" pitchFamily="34" charset="-120"/>
              </a:rPr>
              <a:t>Upcoming</a:t>
            </a:r>
            <a:endParaRPr lang="en-US" sz="1600" dirty="0">
              <a:latin typeface="Gadugi" panose="020B0502040204020203" pitchFamily="34" charset="0"/>
              <a:ea typeface="Gadugi" panose="020B0502040204020203" pitchFamily="34" charset="0"/>
            </a:endParaRPr>
          </a:p>
        </p:txBody>
      </p:sp>
      <p:sp>
        <p:nvSpPr>
          <p:cNvPr id="66" name="Round 22"/>
          <p:cNvSpPr/>
          <p:nvPr/>
        </p:nvSpPr>
        <p:spPr>
          <a:xfrm>
            <a:off x="6161227" y="4690872"/>
            <a:ext cx="1737360" cy="987552"/>
          </a:xfrm>
          <a:prstGeom prst="roundRect">
            <a:avLst>
              <a:gd name="adj" fmla="val 9259"/>
            </a:avLst>
          </a:prstGeom>
          <a:solidFill>
            <a:schemeClr val="bg1"/>
          </a:solidFill>
          <a:ln w="12700">
            <a:solidFill>
              <a:schemeClr val="tx2"/>
            </a:solidFill>
            <a:prstDash val="dash"/>
          </a:ln>
        </p:spPr>
      </p:sp>
      <p:sp>
        <p:nvSpPr>
          <p:cNvPr id="67" name="Text 65"/>
          <p:cNvSpPr txBox="1"/>
          <p:nvPr/>
        </p:nvSpPr>
        <p:spPr>
          <a:xfrm>
            <a:off x="6270955" y="4782312"/>
            <a:ext cx="1517904" cy="274320"/>
          </a:xfrm>
          <a:prstGeom prst="rect">
            <a:avLst/>
          </a:prstGeom>
          <a:noFill/>
          <a:ln/>
        </p:spPr>
        <p:txBody>
          <a:bodyPr wrap="square" lIns="0" tIns="0" rIns="0" bIns="0" rtlCol="0" anchor="ctr"/>
          <a:lstStyle/>
          <a:p>
            <a:pPr marL="0" indent="0">
              <a:buNone/>
            </a:pPr>
            <a:r>
              <a:rPr lang="en-US" sz="1200" b="1" dirty="0">
                <a:solidFill>
                  <a:schemeClr val="tx1"/>
                </a:solidFill>
                <a:latin typeface="Gadugi" panose="020B0502040204020203" pitchFamily="34" charset="0"/>
                <a:ea typeface="Gadugi" panose="020B0502040204020203" pitchFamily="34" charset="0"/>
              </a:rPr>
              <a:t>R22 · Las Vegas</a:t>
            </a:r>
            <a:endParaRPr lang="en-US" sz="1200" dirty="0">
              <a:latin typeface="Gadugi" panose="020B0502040204020203" pitchFamily="34" charset="0"/>
              <a:ea typeface="Gadugi" panose="020B0502040204020203" pitchFamily="34" charset="0"/>
            </a:endParaRPr>
          </a:p>
        </p:txBody>
      </p:sp>
      <p:sp>
        <p:nvSpPr>
          <p:cNvPr id="68" name="Text 66"/>
          <p:cNvSpPr txBox="1"/>
          <p:nvPr/>
        </p:nvSpPr>
        <p:spPr>
          <a:xfrm>
            <a:off x="6270955" y="5102352"/>
            <a:ext cx="1517904" cy="457200"/>
          </a:xfrm>
          <a:prstGeom prst="rect">
            <a:avLst/>
          </a:prstGeom>
          <a:noFill/>
          <a:ln/>
        </p:spPr>
        <p:txBody>
          <a:bodyPr wrap="square" lIns="0" tIns="0" rIns="0" bIns="0" rtlCol="0" anchor="ctr"/>
          <a:lstStyle/>
          <a:p>
            <a:pPr marL="0" indent="0">
              <a:buNone/>
            </a:pPr>
            <a:r>
              <a:rPr lang="en-US" sz="1600" b="1" dirty="0">
                <a:solidFill>
                  <a:schemeClr val="tx1"/>
                </a:solidFill>
                <a:latin typeface="Gadugi" panose="020B0502040204020203" pitchFamily="34" charset="0"/>
                <a:ea typeface="Gadugi" panose="020B0502040204020203" pitchFamily="34" charset="0"/>
                <a:cs typeface="Arial" pitchFamily="34" charset="-120"/>
              </a:rPr>
              <a:t>Upcoming</a:t>
            </a:r>
            <a:endParaRPr lang="en-US" sz="1600" dirty="0">
              <a:latin typeface="Gadugi" panose="020B0502040204020203" pitchFamily="34" charset="0"/>
              <a:ea typeface="Gadugi" panose="020B0502040204020203" pitchFamily="34" charset="0"/>
            </a:endParaRPr>
          </a:p>
        </p:txBody>
      </p:sp>
      <p:sp>
        <p:nvSpPr>
          <p:cNvPr id="69" name="Round 23"/>
          <p:cNvSpPr/>
          <p:nvPr/>
        </p:nvSpPr>
        <p:spPr>
          <a:xfrm>
            <a:off x="8032090" y="4690872"/>
            <a:ext cx="1737360" cy="987552"/>
          </a:xfrm>
          <a:prstGeom prst="roundRect">
            <a:avLst>
              <a:gd name="adj" fmla="val 9259"/>
            </a:avLst>
          </a:prstGeom>
          <a:solidFill>
            <a:schemeClr val="bg1"/>
          </a:solidFill>
          <a:ln w="12700">
            <a:solidFill>
              <a:schemeClr val="tx2"/>
            </a:solidFill>
            <a:prstDash val="dash"/>
          </a:ln>
        </p:spPr>
      </p:sp>
      <p:sp>
        <p:nvSpPr>
          <p:cNvPr id="70" name="Text 68"/>
          <p:cNvSpPr txBox="1"/>
          <p:nvPr/>
        </p:nvSpPr>
        <p:spPr>
          <a:xfrm>
            <a:off x="8141818" y="4782312"/>
            <a:ext cx="1517904" cy="274320"/>
          </a:xfrm>
          <a:prstGeom prst="rect">
            <a:avLst/>
          </a:prstGeom>
          <a:noFill/>
          <a:ln/>
        </p:spPr>
        <p:txBody>
          <a:bodyPr wrap="square" lIns="0" tIns="0" rIns="0" bIns="0" rtlCol="0" anchor="ctr"/>
          <a:lstStyle/>
          <a:p>
            <a:pPr marL="0" indent="0">
              <a:buNone/>
            </a:pPr>
            <a:r>
              <a:rPr lang="en-US" sz="1200" b="1" dirty="0">
                <a:solidFill>
                  <a:schemeClr val="tx1"/>
                </a:solidFill>
                <a:latin typeface="Gadugi" panose="020B0502040204020203" pitchFamily="34" charset="0"/>
                <a:ea typeface="Gadugi" panose="020B0502040204020203" pitchFamily="34" charset="0"/>
              </a:rPr>
              <a:t>R23 · Lusail</a:t>
            </a:r>
            <a:endParaRPr lang="en-US" sz="1200" dirty="0">
              <a:latin typeface="Gadugi" panose="020B0502040204020203" pitchFamily="34" charset="0"/>
              <a:ea typeface="Gadugi" panose="020B0502040204020203" pitchFamily="34" charset="0"/>
            </a:endParaRPr>
          </a:p>
        </p:txBody>
      </p:sp>
      <p:sp>
        <p:nvSpPr>
          <p:cNvPr id="71" name="Text 69"/>
          <p:cNvSpPr txBox="1"/>
          <p:nvPr/>
        </p:nvSpPr>
        <p:spPr>
          <a:xfrm>
            <a:off x="8141818" y="5102352"/>
            <a:ext cx="1517904" cy="457200"/>
          </a:xfrm>
          <a:prstGeom prst="rect">
            <a:avLst/>
          </a:prstGeom>
          <a:noFill/>
          <a:ln/>
        </p:spPr>
        <p:txBody>
          <a:bodyPr wrap="square" lIns="0" tIns="0" rIns="0" bIns="0" rtlCol="0" anchor="ctr"/>
          <a:lstStyle/>
          <a:p>
            <a:pPr marL="0" indent="0">
              <a:buNone/>
            </a:pPr>
            <a:r>
              <a:rPr lang="en-US" sz="1600" b="1" dirty="0">
                <a:solidFill>
                  <a:schemeClr val="tx1"/>
                </a:solidFill>
                <a:latin typeface="Gadugi" panose="020B0502040204020203" pitchFamily="34" charset="0"/>
                <a:ea typeface="Gadugi" panose="020B0502040204020203" pitchFamily="34" charset="0"/>
                <a:cs typeface="Arial" pitchFamily="34" charset="-120"/>
              </a:rPr>
              <a:t>Upcoming</a:t>
            </a:r>
            <a:endParaRPr lang="en-US" sz="1600" dirty="0">
              <a:latin typeface="Gadugi" panose="020B0502040204020203" pitchFamily="34" charset="0"/>
              <a:ea typeface="Gadugi" panose="020B0502040204020203" pitchFamily="34" charset="0"/>
            </a:endParaRPr>
          </a:p>
        </p:txBody>
      </p:sp>
      <p:sp>
        <p:nvSpPr>
          <p:cNvPr id="72" name="Round 24"/>
          <p:cNvSpPr/>
          <p:nvPr/>
        </p:nvSpPr>
        <p:spPr>
          <a:xfrm>
            <a:off x="9902952" y="4690872"/>
            <a:ext cx="1737360" cy="987552"/>
          </a:xfrm>
          <a:prstGeom prst="roundRect">
            <a:avLst>
              <a:gd name="adj" fmla="val 9259"/>
            </a:avLst>
          </a:prstGeom>
          <a:solidFill>
            <a:schemeClr val="bg1"/>
          </a:solidFill>
          <a:ln w="12700">
            <a:solidFill>
              <a:schemeClr val="tx2"/>
            </a:solidFill>
            <a:prstDash val="dash"/>
          </a:ln>
        </p:spPr>
      </p:sp>
      <p:sp>
        <p:nvSpPr>
          <p:cNvPr id="73" name="Text 71"/>
          <p:cNvSpPr txBox="1"/>
          <p:nvPr/>
        </p:nvSpPr>
        <p:spPr>
          <a:xfrm>
            <a:off x="10012680" y="4782312"/>
            <a:ext cx="1517904" cy="274320"/>
          </a:xfrm>
          <a:prstGeom prst="rect">
            <a:avLst/>
          </a:prstGeom>
          <a:noFill/>
          <a:ln/>
        </p:spPr>
        <p:txBody>
          <a:bodyPr wrap="square" lIns="0" tIns="0" rIns="0" bIns="0" rtlCol="0" anchor="ctr"/>
          <a:lstStyle/>
          <a:p>
            <a:pPr marL="0" indent="0">
              <a:buNone/>
            </a:pPr>
            <a:r>
              <a:rPr lang="en-US" sz="1200" b="1" dirty="0">
                <a:solidFill>
                  <a:schemeClr val="tx1"/>
                </a:solidFill>
                <a:latin typeface="Gadugi" panose="020B0502040204020203" pitchFamily="34" charset="0"/>
                <a:ea typeface="Gadugi" panose="020B0502040204020203" pitchFamily="34" charset="0"/>
              </a:rPr>
              <a:t>R24 · Abu Dhabi</a:t>
            </a:r>
            <a:endParaRPr lang="en-US" sz="1200" dirty="0">
              <a:latin typeface="Gadugi" panose="020B0502040204020203" pitchFamily="34" charset="0"/>
              <a:ea typeface="Gadugi" panose="020B0502040204020203" pitchFamily="34" charset="0"/>
            </a:endParaRPr>
          </a:p>
        </p:txBody>
      </p:sp>
      <p:sp>
        <p:nvSpPr>
          <p:cNvPr id="74" name="Text 72"/>
          <p:cNvSpPr txBox="1"/>
          <p:nvPr/>
        </p:nvSpPr>
        <p:spPr>
          <a:xfrm>
            <a:off x="10012680" y="5102352"/>
            <a:ext cx="1517904" cy="457200"/>
          </a:xfrm>
          <a:prstGeom prst="rect">
            <a:avLst/>
          </a:prstGeom>
          <a:noFill/>
          <a:ln/>
        </p:spPr>
        <p:txBody>
          <a:bodyPr wrap="square" lIns="0" tIns="0" rIns="0" bIns="0" rtlCol="0" anchor="ctr"/>
          <a:lstStyle/>
          <a:p>
            <a:pPr marL="0" indent="0">
              <a:buNone/>
            </a:pPr>
            <a:r>
              <a:rPr lang="en-US" sz="1600" b="1" dirty="0">
                <a:solidFill>
                  <a:schemeClr val="tx1"/>
                </a:solidFill>
                <a:latin typeface="Gadugi" panose="020B0502040204020203" pitchFamily="34" charset="0"/>
                <a:ea typeface="Gadugi" panose="020B0502040204020203" pitchFamily="34" charset="0"/>
                <a:cs typeface="Arial" pitchFamily="34" charset="-120"/>
              </a:rPr>
              <a:t>Upcoming</a:t>
            </a:r>
            <a:endParaRPr lang="en-US" sz="1600" dirty="0">
              <a:latin typeface="Gadugi" panose="020B0502040204020203" pitchFamily="34" charset="0"/>
              <a:ea typeface="Gadugi" panose="020B0502040204020203" pitchFamily="34" charset="0"/>
            </a:endParaRPr>
          </a:p>
        </p:txBody>
      </p:sp>
      <p:sp>
        <p:nvSpPr>
          <p:cNvPr id="75" name="Legend Mercedes"/>
          <p:cNvSpPr/>
          <p:nvPr/>
        </p:nvSpPr>
        <p:spPr>
          <a:xfrm>
            <a:off x="548640" y="6016752"/>
            <a:ext cx="201168" cy="201168"/>
          </a:xfrm>
          <a:prstGeom prst="roundRect">
            <a:avLst>
              <a:gd name="adj" fmla="val 18182"/>
            </a:avLst>
          </a:prstGeom>
          <a:solidFill>
            <a:schemeClr val="accent2"/>
          </a:solidFill>
          <a:ln/>
        </p:spPr>
      </p:sp>
      <p:sp>
        <p:nvSpPr>
          <p:cNvPr id="76" name="Text 74"/>
          <p:cNvSpPr txBox="1"/>
          <p:nvPr/>
        </p:nvSpPr>
        <p:spPr>
          <a:xfrm>
            <a:off x="841248" y="5980176"/>
            <a:ext cx="1463040" cy="274320"/>
          </a:xfrm>
          <a:prstGeom prst="rect">
            <a:avLst/>
          </a:prstGeom>
          <a:noFill/>
          <a:ln/>
        </p:spPr>
        <p:txBody>
          <a:bodyPr wrap="square" lIns="0" tIns="0" rIns="0" bIns="0" rtlCol="0" anchor="ctr"/>
          <a:lstStyle/>
          <a:p>
            <a:pPr marL="0" indent="0">
              <a:buNone/>
            </a:pPr>
            <a:r>
              <a:rPr lang="en-US" sz="1200" dirty="0">
                <a:solidFill>
                  <a:schemeClr val="tx1"/>
                </a:solidFill>
                <a:latin typeface="Gadugi" panose="020B0502040204020203" pitchFamily="34" charset="0"/>
                <a:ea typeface="Gadugi" panose="020B0502040204020203" pitchFamily="34" charset="0"/>
              </a:rPr>
              <a:t>Mercedes</a:t>
            </a:r>
            <a:endParaRPr lang="en-US" sz="1200" dirty="0">
              <a:latin typeface="Gadugi" panose="020B0502040204020203" pitchFamily="34" charset="0"/>
              <a:ea typeface="Gadugi" panose="020B0502040204020203" pitchFamily="34" charset="0"/>
            </a:endParaRPr>
          </a:p>
        </p:txBody>
      </p:sp>
      <p:sp>
        <p:nvSpPr>
          <p:cNvPr id="77" name="Legend Ferrari"/>
          <p:cNvSpPr/>
          <p:nvPr/>
        </p:nvSpPr>
        <p:spPr>
          <a:xfrm>
            <a:off x="2423160" y="6016752"/>
            <a:ext cx="201168" cy="201168"/>
          </a:xfrm>
          <a:prstGeom prst="roundRect">
            <a:avLst>
              <a:gd name="adj" fmla="val 18182"/>
            </a:avLst>
          </a:prstGeom>
          <a:solidFill>
            <a:schemeClr val="accent1"/>
          </a:solidFill>
          <a:ln/>
        </p:spPr>
      </p:sp>
      <p:sp>
        <p:nvSpPr>
          <p:cNvPr id="78" name="Text 76"/>
          <p:cNvSpPr txBox="1"/>
          <p:nvPr/>
        </p:nvSpPr>
        <p:spPr>
          <a:xfrm>
            <a:off x="2715768" y="5980176"/>
            <a:ext cx="1463040" cy="274320"/>
          </a:xfrm>
          <a:prstGeom prst="rect">
            <a:avLst/>
          </a:prstGeom>
          <a:noFill/>
          <a:ln/>
        </p:spPr>
        <p:txBody>
          <a:bodyPr wrap="square" lIns="0" tIns="0" rIns="0" bIns="0" rtlCol="0" anchor="ctr"/>
          <a:lstStyle/>
          <a:p>
            <a:pPr marL="0" indent="0">
              <a:buNone/>
            </a:pPr>
            <a:r>
              <a:rPr lang="en-US" sz="1200" dirty="0">
                <a:solidFill>
                  <a:schemeClr val="tx1"/>
                </a:solidFill>
                <a:latin typeface="Gadugi" panose="020B0502040204020203" pitchFamily="34" charset="0"/>
                <a:ea typeface="Gadugi" panose="020B0502040204020203" pitchFamily="34" charset="0"/>
              </a:rPr>
              <a:t>Ferrari</a:t>
            </a:r>
            <a:endParaRPr lang="en-US" sz="1200" dirty="0">
              <a:latin typeface="Gadugi" panose="020B0502040204020203" pitchFamily="34" charset="0"/>
              <a:ea typeface="Gadugi" panose="020B0502040204020203" pitchFamily="34" charset="0"/>
            </a:endParaRPr>
          </a:p>
        </p:txBody>
      </p:sp>
      <p:sp>
        <p:nvSpPr>
          <p:cNvPr id="79" name="Legend McLaren"/>
          <p:cNvSpPr/>
          <p:nvPr/>
        </p:nvSpPr>
        <p:spPr>
          <a:xfrm>
            <a:off x="4297680" y="6016752"/>
            <a:ext cx="201168" cy="201168"/>
          </a:xfrm>
          <a:prstGeom prst="roundRect">
            <a:avLst>
              <a:gd name="adj" fmla="val 18182"/>
            </a:avLst>
          </a:prstGeom>
          <a:solidFill>
            <a:schemeClr val="accent3"/>
          </a:solidFill>
          <a:ln/>
        </p:spPr>
      </p:sp>
      <p:sp>
        <p:nvSpPr>
          <p:cNvPr id="80" name="Text 78"/>
          <p:cNvSpPr txBox="1"/>
          <p:nvPr/>
        </p:nvSpPr>
        <p:spPr>
          <a:xfrm>
            <a:off x="4590288" y="5980176"/>
            <a:ext cx="1463040" cy="274320"/>
          </a:xfrm>
          <a:prstGeom prst="rect">
            <a:avLst/>
          </a:prstGeom>
          <a:noFill/>
          <a:ln/>
        </p:spPr>
        <p:txBody>
          <a:bodyPr wrap="square" lIns="0" tIns="0" rIns="0" bIns="0" rtlCol="0" anchor="ctr"/>
          <a:lstStyle/>
          <a:p>
            <a:pPr marL="0" indent="0">
              <a:buNone/>
            </a:pPr>
            <a:r>
              <a:rPr lang="en-US" sz="1200" dirty="0">
                <a:solidFill>
                  <a:schemeClr val="tx1"/>
                </a:solidFill>
                <a:latin typeface="Gadugi" panose="020B0502040204020203" pitchFamily="34" charset="0"/>
                <a:ea typeface="Gadugi" panose="020B0502040204020203" pitchFamily="34" charset="0"/>
              </a:rPr>
              <a:t>McLaren</a:t>
            </a:r>
            <a:endParaRPr lang="en-US" sz="1200" dirty="0">
              <a:latin typeface="Gadugi" panose="020B0502040204020203" pitchFamily="34" charset="0"/>
              <a:ea typeface="Gadugi" panose="020B0502040204020203" pitchFamily="34" charset="0"/>
            </a:endParaRPr>
          </a:p>
        </p:txBody>
      </p:sp>
      <p:sp>
        <p:nvSpPr>
          <p:cNvPr id="81" name="Legend Red Bull Racing"/>
          <p:cNvSpPr/>
          <p:nvPr/>
        </p:nvSpPr>
        <p:spPr>
          <a:xfrm>
            <a:off x="6172200" y="6016752"/>
            <a:ext cx="201168" cy="201168"/>
          </a:xfrm>
          <a:prstGeom prst="roundRect">
            <a:avLst>
              <a:gd name="adj" fmla="val 18182"/>
            </a:avLst>
          </a:prstGeom>
          <a:solidFill>
            <a:schemeClr val="accent4"/>
          </a:solidFill>
          <a:ln/>
        </p:spPr>
      </p:sp>
      <p:sp>
        <p:nvSpPr>
          <p:cNvPr id="82" name="Text 80"/>
          <p:cNvSpPr txBox="1"/>
          <p:nvPr/>
        </p:nvSpPr>
        <p:spPr>
          <a:xfrm>
            <a:off x="6464808" y="5980176"/>
            <a:ext cx="1463040" cy="274320"/>
          </a:xfrm>
          <a:prstGeom prst="rect">
            <a:avLst/>
          </a:prstGeom>
          <a:noFill/>
          <a:ln/>
        </p:spPr>
        <p:txBody>
          <a:bodyPr wrap="square" lIns="0" tIns="0" rIns="0" bIns="0" rtlCol="0" anchor="ctr"/>
          <a:lstStyle/>
          <a:p>
            <a:pPr marL="0" indent="0">
              <a:buNone/>
            </a:pPr>
            <a:r>
              <a:rPr lang="en-US" sz="1200" dirty="0">
                <a:solidFill>
                  <a:schemeClr val="tx1"/>
                </a:solidFill>
                <a:latin typeface="Gadugi" panose="020B0502040204020203" pitchFamily="34" charset="0"/>
                <a:ea typeface="Gadugi" panose="020B0502040204020203" pitchFamily="34" charset="0"/>
              </a:rPr>
              <a:t>Red Bull Racing</a:t>
            </a:r>
            <a:endParaRPr lang="en-US" sz="1200" dirty="0">
              <a:latin typeface="Gadugi" panose="020B0502040204020203" pitchFamily="34" charset="0"/>
              <a:ea typeface="Gadugi" panose="020B0502040204020203" pitchFamily="34" charset="0"/>
            </a:endParaRPr>
          </a:p>
        </p:txBody>
      </p:sp>
      <p:sp>
        <p:nvSpPr>
          <p:cNvPr id="83" name="Text 81"/>
          <p:cNvSpPr txBox="1"/>
          <p:nvPr/>
        </p:nvSpPr>
        <p:spPr>
          <a:xfrm>
            <a:off x="8138160" y="5980176"/>
            <a:ext cx="3502152" cy="274320"/>
          </a:xfrm>
          <a:prstGeom prst="rect">
            <a:avLst/>
          </a:prstGeom>
          <a:noFill/>
          <a:ln/>
        </p:spPr>
        <p:txBody>
          <a:bodyPr wrap="square" lIns="0" tIns="0" rIns="0" bIns="0" rtlCol="0" anchor="ctr"/>
          <a:lstStyle/>
          <a:p>
            <a:pPr marL="0" indent="0" algn="r">
              <a:buNone/>
            </a:pPr>
            <a:r>
              <a:rPr lang="en-US" sz="1200" dirty="0">
                <a:solidFill>
                  <a:schemeClr val="tx2"/>
                </a:solidFill>
                <a:latin typeface="Gadugi" panose="020B0502040204020203" pitchFamily="34" charset="0"/>
                <a:ea typeface="Gadugi" panose="020B0502040204020203" pitchFamily="34" charset="0"/>
              </a:rPr>
              <a:t>Letters show the race winner (RUS, ANT, NOR, VER, HAM, LEC)</a:t>
            </a:r>
            <a:endParaRPr lang="en-US" sz="1200" dirty="0">
              <a:latin typeface="Gadugi" panose="020B0502040204020203" pitchFamily="34" charset="0"/>
              <a:ea typeface="Gadugi" panose="020B0502040204020203" pitchFamily="34" charset="0"/>
            </a:endParaRPr>
          </a:p>
        </p:txBody>
      </p:sp>
      <p:sp>
        <p:nvSpPr>
          <p:cNvPr id="84"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latin typeface="Gadugi" panose="020B0502040204020203" pitchFamily="34" charset="0"/>
                <a:ea typeface="Gadugi" panose="020B0502040204020203" pitchFamily="34" charset="0"/>
              </a:rPr>
              <a:t>4</a:t>
            </a:fld>
            <a:endParaRPr lang="en-US">
              <a:latin typeface="Gadugi" panose="020B0502040204020203" pitchFamily="34" charset="0"/>
              <a:ea typeface="Gadugi" panose="020B0502040204020203"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latin typeface="Gadugi" panose="020B0502040204020203" pitchFamily="34" charset="0"/>
                <a:ea typeface="Gadugi" panose="020B0502040204020203" pitchFamily="34" charset="0"/>
              </a:rPr>
              <a:t>Antonelli leads the driver wins</a:t>
            </a:r>
            <a:endParaRPr lang="en-US" sz="3400" dirty="0">
              <a:latin typeface="Gadugi" panose="020B0502040204020203" pitchFamily="34" charset="0"/>
              <a:ea typeface="Gadugi" panose="020B0502040204020203" pitchFamily="34" charset="0"/>
            </a:endParaRPr>
          </a:p>
        </p:txBody>
      </p:sp>
      <p:graphicFrame>
        <p:nvGraphicFramePr>
          <p:cNvPr id="3" name="Chart 0"/>
          <p:cNvGraphicFramePr/>
          <p:nvPr>
            <p:extLst>
              <p:ext uri="{D42A27DB-BD31-4B8C-83A1-F6EECF244321}">
                <p14:modId xmlns:p14="http://schemas.microsoft.com/office/powerpoint/2010/main" val="2044813082"/>
              </p:ext>
            </p:extLst>
          </p:nvPr>
        </p:nvGraphicFramePr>
        <p:xfrm>
          <a:off x="548640" y="1371600"/>
          <a:ext cx="676656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4" name="Driver stat 1"/>
          <p:cNvSpPr/>
          <p:nvPr/>
        </p:nvSpPr>
        <p:spPr>
          <a:xfrm>
            <a:off x="7680960" y="1371600"/>
            <a:ext cx="3959352" cy="1033272"/>
          </a:xfrm>
          <a:prstGeom prst="roundRect">
            <a:avLst>
              <a:gd name="adj" fmla="val 10619"/>
            </a:avLst>
          </a:prstGeom>
          <a:solidFill>
            <a:schemeClr val="bg2"/>
          </a:solidFill>
          <a:ln/>
        </p:spPr>
      </p:sp>
      <p:sp>
        <p:nvSpPr>
          <p:cNvPr id="5" name="Marker 1"/>
          <p:cNvSpPr/>
          <p:nvPr/>
        </p:nvSpPr>
        <p:spPr>
          <a:xfrm>
            <a:off x="7863840" y="1645920"/>
            <a:ext cx="475488" cy="475488"/>
          </a:xfrm>
          <a:prstGeom prst="ellipse">
            <a:avLst/>
          </a:prstGeom>
          <a:solidFill>
            <a:schemeClr val="accent2"/>
          </a:solidFill>
          <a:ln/>
        </p:spPr>
      </p:sp>
      <p:sp>
        <p:nvSpPr>
          <p:cNvPr id="6" name="Text 3"/>
          <p:cNvSpPr txBox="1"/>
          <p:nvPr/>
        </p:nvSpPr>
        <p:spPr>
          <a:xfrm>
            <a:off x="8503920" y="1371600"/>
            <a:ext cx="1234440" cy="1033272"/>
          </a:xfrm>
          <a:prstGeom prst="rect">
            <a:avLst/>
          </a:prstGeom>
          <a:noFill/>
          <a:ln/>
        </p:spPr>
        <p:txBody>
          <a:bodyPr wrap="square" lIns="0" tIns="0" rIns="0" bIns="0" rtlCol="0" anchor="ctr"/>
          <a:lstStyle/>
          <a:p>
            <a:pPr marL="0" indent="0">
              <a:buNone/>
            </a:pPr>
            <a:r>
              <a:rPr lang="en-US" sz="2800" b="1" dirty="0">
                <a:solidFill>
                  <a:schemeClr val="tx1"/>
                </a:solidFill>
                <a:latin typeface="Gadugi" panose="020B0502040204020203" pitchFamily="34" charset="0"/>
                <a:ea typeface="Gadugi" panose="020B0502040204020203" pitchFamily="34" charset="0"/>
                <a:cs typeface="Arial" pitchFamily="34" charset="-120"/>
              </a:rPr>
              <a:t>50%</a:t>
            </a:r>
            <a:endParaRPr lang="en-US" sz="2800" dirty="0">
              <a:latin typeface="Gadugi" panose="020B0502040204020203" pitchFamily="34" charset="0"/>
              <a:ea typeface="Gadugi" panose="020B0502040204020203" pitchFamily="34" charset="0"/>
            </a:endParaRPr>
          </a:p>
        </p:txBody>
      </p:sp>
      <p:sp>
        <p:nvSpPr>
          <p:cNvPr id="7" name="Text 4"/>
          <p:cNvSpPr txBox="1"/>
          <p:nvPr/>
        </p:nvSpPr>
        <p:spPr>
          <a:xfrm>
            <a:off x="9738360" y="1371600"/>
            <a:ext cx="1783080" cy="1033272"/>
          </a:xfrm>
          <a:prstGeom prst="rect">
            <a:avLst/>
          </a:prstGeom>
          <a:noFill/>
          <a:ln/>
        </p:spPr>
        <p:txBody>
          <a:bodyPr wrap="square" lIns="0" tIns="0" rIns="0" bIns="0" rtlCol="0" anchor="ctr"/>
          <a:lstStyle/>
          <a:p>
            <a:pPr marL="0" indent="0">
              <a:buNone/>
            </a:pPr>
            <a:r>
              <a:rPr lang="en-US" sz="1400" dirty="0">
                <a:solidFill>
                  <a:schemeClr val="tx1"/>
                </a:solidFill>
                <a:latin typeface="Gadugi" panose="020B0502040204020203" pitchFamily="34" charset="0"/>
                <a:ea typeface="Gadugi" panose="020B0502040204020203" pitchFamily="34" charset="0"/>
              </a:rPr>
              <a:t>of all wins belong to Antonelli (9 of 18)</a:t>
            </a:r>
            <a:endParaRPr lang="en-US" sz="1400" dirty="0">
              <a:latin typeface="Gadugi" panose="020B0502040204020203" pitchFamily="34" charset="0"/>
              <a:ea typeface="Gadugi" panose="020B0502040204020203" pitchFamily="34" charset="0"/>
            </a:endParaRPr>
          </a:p>
        </p:txBody>
      </p:sp>
      <p:sp>
        <p:nvSpPr>
          <p:cNvPr id="8" name="Driver stat 2"/>
          <p:cNvSpPr/>
          <p:nvPr/>
        </p:nvSpPr>
        <p:spPr>
          <a:xfrm>
            <a:off x="7680960" y="2587752"/>
            <a:ext cx="3959352" cy="1033272"/>
          </a:xfrm>
          <a:prstGeom prst="roundRect">
            <a:avLst>
              <a:gd name="adj" fmla="val 10619"/>
            </a:avLst>
          </a:prstGeom>
          <a:solidFill>
            <a:schemeClr val="bg2"/>
          </a:solidFill>
          <a:ln/>
        </p:spPr>
      </p:sp>
      <p:sp>
        <p:nvSpPr>
          <p:cNvPr id="9" name="Marker 2"/>
          <p:cNvSpPr/>
          <p:nvPr/>
        </p:nvSpPr>
        <p:spPr>
          <a:xfrm>
            <a:off x="7863840" y="2862072"/>
            <a:ext cx="475488" cy="475488"/>
          </a:xfrm>
          <a:prstGeom prst="ellipse">
            <a:avLst/>
          </a:prstGeom>
          <a:solidFill>
            <a:schemeClr val="accent2"/>
          </a:solidFill>
          <a:ln/>
        </p:spPr>
      </p:sp>
      <p:sp>
        <p:nvSpPr>
          <p:cNvPr id="10" name="Text 7"/>
          <p:cNvSpPr txBox="1"/>
          <p:nvPr/>
        </p:nvSpPr>
        <p:spPr>
          <a:xfrm>
            <a:off x="8503920" y="2587752"/>
            <a:ext cx="1234440" cy="1033272"/>
          </a:xfrm>
          <a:prstGeom prst="rect">
            <a:avLst/>
          </a:prstGeom>
          <a:noFill/>
          <a:ln/>
        </p:spPr>
        <p:txBody>
          <a:bodyPr wrap="square" lIns="0" tIns="0" rIns="0" bIns="0" rtlCol="0" anchor="ctr"/>
          <a:lstStyle/>
          <a:p>
            <a:pPr marL="0" indent="0">
              <a:buNone/>
            </a:pPr>
            <a:r>
              <a:rPr lang="en-US" sz="2800" b="1" dirty="0">
                <a:solidFill>
                  <a:schemeClr val="tx1"/>
                </a:solidFill>
                <a:latin typeface="Gadugi" panose="020B0502040204020203" pitchFamily="34" charset="0"/>
                <a:ea typeface="Gadugi" panose="020B0502040204020203" pitchFamily="34" charset="0"/>
                <a:cs typeface="Arial" pitchFamily="34" charset="-120"/>
              </a:rPr>
              <a:t>3</a:t>
            </a:r>
            <a:endParaRPr lang="en-US" sz="2800" dirty="0">
              <a:latin typeface="Gadugi" panose="020B0502040204020203" pitchFamily="34" charset="0"/>
              <a:ea typeface="Gadugi" panose="020B0502040204020203" pitchFamily="34" charset="0"/>
            </a:endParaRPr>
          </a:p>
        </p:txBody>
      </p:sp>
      <p:sp>
        <p:nvSpPr>
          <p:cNvPr id="11" name="Text 8"/>
          <p:cNvSpPr txBox="1"/>
          <p:nvPr/>
        </p:nvSpPr>
        <p:spPr>
          <a:xfrm>
            <a:off x="9738360" y="2587752"/>
            <a:ext cx="1783080" cy="1033272"/>
          </a:xfrm>
          <a:prstGeom prst="rect">
            <a:avLst/>
          </a:prstGeom>
          <a:noFill/>
          <a:ln/>
        </p:spPr>
        <p:txBody>
          <a:bodyPr wrap="square" lIns="0" tIns="0" rIns="0" bIns="0" rtlCol="0" anchor="ctr"/>
          <a:lstStyle/>
          <a:p>
            <a:pPr marL="0" indent="0">
              <a:buNone/>
            </a:pPr>
            <a:r>
              <a:rPr lang="en-US" sz="1400" dirty="0">
                <a:solidFill>
                  <a:schemeClr val="tx1"/>
                </a:solidFill>
                <a:latin typeface="Gadugi" panose="020B0502040204020203" pitchFamily="34" charset="0"/>
                <a:ea typeface="Gadugi" panose="020B0502040204020203" pitchFamily="34" charset="0"/>
              </a:rPr>
              <a:t>wins for his teammate George Russell</a:t>
            </a:r>
            <a:endParaRPr lang="en-US" sz="1400" dirty="0">
              <a:latin typeface="Gadugi" panose="020B0502040204020203" pitchFamily="34" charset="0"/>
              <a:ea typeface="Gadugi" panose="020B0502040204020203" pitchFamily="34" charset="0"/>
            </a:endParaRPr>
          </a:p>
        </p:txBody>
      </p:sp>
      <p:sp>
        <p:nvSpPr>
          <p:cNvPr id="12" name="Driver stat 3"/>
          <p:cNvSpPr/>
          <p:nvPr/>
        </p:nvSpPr>
        <p:spPr>
          <a:xfrm>
            <a:off x="7680960" y="3803904"/>
            <a:ext cx="3959352" cy="1033272"/>
          </a:xfrm>
          <a:prstGeom prst="roundRect">
            <a:avLst>
              <a:gd name="adj" fmla="val 10619"/>
            </a:avLst>
          </a:prstGeom>
          <a:solidFill>
            <a:schemeClr val="bg2"/>
          </a:solidFill>
          <a:ln/>
        </p:spPr>
      </p:sp>
      <p:sp>
        <p:nvSpPr>
          <p:cNvPr id="13" name="Marker 3"/>
          <p:cNvSpPr/>
          <p:nvPr/>
        </p:nvSpPr>
        <p:spPr>
          <a:xfrm>
            <a:off x="7863840" y="4078224"/>
            <a:ext cx="475488" cy="475488"/>
          </a:xfrm>
          <a:prstGeom prst="ellipse">
            <a:avLst/>
          </a:prstGeom>
          <a:solidFill>
            <a:schemeClr val="accent3"/>
          </a:solidFill>
          <a:ln/>
        </p:spPr>
      </p:sp>
      <p:sp>
        <p:nvSpPr>
          <p:cNvPr id="14" name="Text 11"/>
          <p:cNvSpPr txBox="1"/>
          <p:nvPr/>
        </p:nvSpPr>
        <p:spPr>
          <a:xfrm>
            <a:off x="8503920" y="3803904"/>
            <a:ext cx="1234440" cy="1033272"/>
          </a:xfrm>
          <a:prstGeom prst="rect">
            <a:avLst/>
          </a:prstGeom>
          <a:noFill/>
          <a:ln/>
        </p:spPr>
        <p:txBody>
          <a:bodyPr wrap="square" lIns="0" tIns="0" rIns="0" bIns="0" rtlCol="0" anchor="ctr"/>
          <a:lstStyle/>
          <a:p>
            <a:pPr marL="0" indent="0">
              <a:buNone/>
            </a:pPr>
            <a:r>
              <a:rPr lang="en-US" sz="2800" b="1" dirty="0">
                <a:solidFill>
                  <a:schemeClr val="tx1"/>
                </a:solidFill>
                <a:latin typeface="Gadugi" panose="020B0502040204020203" pitchFamily="34" charset="0"/>
                <a:ea typeface="Gadugi" panose="020B0502040204020203" pitchFamily="34" charset="0"/>
                <a:cs typeface="Arial" pitchFamily="34" charset="-120"/>
              </a:rPr>
              <a:t>2 + 2</a:t>
            </a:r>
            <a:endParaRPr lang="en-US" sz="2800" dirty="0">
              <a:latin typeface="Gadugi" panose="020B0502040204020203" pitchFamily="34" charset="0"/>
              <a:ea typeface="Gadugi" panose="020B0502040204020203" pitchFamily="34" charset="0"/>
            </a:endParaRPr>
          </a:p>
        </p:txBody>
      </p:sp>
      <p:sp>
        <p:nvSpPr>
          <p:cNvPr id="15" name="Text 12"/>
          <p:cNvSpPr txBox="1"/>
          <p:nvPr/>
        </p:nvSpPr>
        <p:spPr>
          <a:xfrm>
            <a:off x="9738360" y="3803904"/>
            <a:ext cx="1783080" cy="1033272"/>
          </a:xfrm>
          <a:prstGeom prst="rect">
            <a:avLst/>
          </a:prstGeom>
          <a:noFill/>
          <a:ln/>
        </p:spPr>
        <p:txBody>
          <a:bodyPr wrap="square" lIns="0" tIns="0" rIns="0" bIns="0" rtlCol="0" anchor="ctr"/>
          <a:lstStyle/>
          <a:p>
            <a:pPr marL="0" indent="0">
              <a:buNone/>
            </a:pPr>
            <a:r>
              <a:rPr lang="en-US" sz="1400" dirty="0">
                <a:solidFill>
                  <a:schemeClr val="tx1"/>
                </a:solidFill>
                <a:latin typeface="Gadugi" panose="020B0502040204020203" pitchFamily="34" charset="0"/>
                <a:ea typeface="Gadugi" panose="020B0502040204020203" pitchFamily="34" charset="0"/>
              </a:rPr>
              <a:t>wins each for Norris and Verstappen</a:t>
            </a:r>
            <a:endParaRPr lang="en-US" sz="1400" dirty="0">
              <a:latin typeface="Gadugi" panose="020B0502040204020203" pitchFamily="34" charset="0"/>
              <a:ea typeface="Gadugi" panose="020B0502040204020203" pitchFamily="34" charset="0"/>
            </a:endParaRPr>
          </a:p>
        </p:txBody>
      </p:sp>
      <p:sp>
        <p:nvSpPr>
          <p:cNvPr id="16" name="Driver stat 4"/>
          <p:cNvSpPr/>
          <p:nvPr/>
        </p:nvSpPr>
        <p:spPr>
          <a:xfrm>
            <a:off x="7680960" y="5020056"/>
            <a:ext cx="3959352" cy="1033272"/>
          </a:xfrm>
          <a:prstGeom prst="roundRect">
            <a:avLst>
              <a:gd name="adj" fmla="val 10619"/>
            </a:avLst>
          </a:prstGeom>
          <a:solidFill>
            <a:schemeClr val="bg2"/>
          </a:solidFill>
          <a:ln/>
        </p:spPr>
      </p:sp>
      <p:sp>
        <p:nvSpPr>
          <p:cNvPr id="17" name="Marker 4"/>
          <p:cNvSpPr/>
          <p:nvPr/>
        </p:nvSpPr>
        <p:spPr>
          <a:xfrm>
            <a:off x="7863840" y="5294376"/>
            <a:ext cx="475488" cy="475488"/>
          </a:xfrm>
          <a:prstGeom prst="ellipse">
            <a:avLst/>
          </a:prstGeom>
          <a:solidFill>
            <a:schemeClr val="accent1"/>
          </a:solidFill>
          <a:ln/>
        </p:spPr>
      </p:sp>
      <p:sp>
        <p:nvSpPr>
          <p:cNvPr id="18" name="Text 15"/>
          <p:cNvSpPr txBox="1"/>
          <p:nvPr/>
        </p:nvSpPr>
        <p:spPr>
          <a:xfrm>
            <a:off x="8503920" y="5020056"/>
            <a:ext cx="1234440" cy="1033272"/>
          </a:xfrm>
          <a:prstGeom prst="rect">
            <a:avLst/>
          </a:prstGeom>
          <a:noFill/>
          <a:ln/>
        </p:spPr>
        <p:txBody>
          <a:bodyPr wrap="square" lIns="0" tIns="0" rIns="0" bIns="0" rtlCol="0" anchor="ctr"/>
          <a:lstStyle/>
          <a:p>
            <a:pPr marL="0" indent="0">
              <a:buNone/>
            </a:pPr>
            <a:r>
              <a:rPr lang="en-US" sz="2800" b="1" dirty="0">
                <a:solidFill>
                  <a:schemeClr val="tx1"/>
                </a:solidFill>
                <a:latin typeface="Gadugi" panose="020B0502040204020203" pitchFamily="34" charset="0"/>
                <a:ea typeface="Gadugi" panose="020B0502040204020203" pitchFamily="34" charset="0"/>
                <a:cs typeface="Arial" pitchFamily="34" charset="-120"/>
              </a:rPr>
              <a:t>1 + 1</a:t>
            </a:r>
            <a:endParaRPr lang="en-US" sz="2800" dirty="0">
              <a:latin typeface="Gadugi" panose="020B0502040204020203" pitchFamily="34" charset="0"/>
              <a:ea typeface="Gadugi" panose="020B0502040204020203" pitchFamily="34" charset="0"/>
            </a:endParaRPr>
          </a:p>
        </p:txBody>
      </p:sp>
      <p:sp>
        <p:nvSpPr>
          <p:cNvPr id="19" name="Text 16"/>
          <p:cNvSpPr txBox="1"/>
          <p:nvPr/>
        </p:nvSpPr>
        <p:spPr>
          <a:xfrm>
            <a:off x="9738360" y="5020056"/>
            <a:ext cx="1783080" cy="1033272"/>
          </a:xfrm>
          <a:prstGeom prst="rect">
            <a:avLst/>
          </a:prstGeom>
          <a:noFill/>
          <a:ln/>
        </p:spPr>
        <p:txBody>
          <a:bodyPr wrap="square" lIns="0" tIns="0" rIns="0" bIns="0" rtlCol="0" anchor="ctr"/>
          <a:lstStyle/>
          <a:p>
            <a:pPr marL="0" indent="0">
              <a:buNone/>
            </a:pPr>
            <a:r>
              <a:rPr lang="en-US" sz="1400" dirty="0">
                <a:solidFill>
                  <a:schemeClr val="tx1"/>
                </a:solidFill>
                <a:latin typeface="Gadugi" panose="020B0502040204020203" pitchFamily="34" charset="0"/>
                <a:ea typeface="Gadugi" panose="020B0502040204020203" pitchFamily="34" charset="0"/>
              </a:rPr>
              <a:t>for Ferrari's Hamilton and Leclerc</a:t>
            </a:r>
            <a:endParaRPr lang="en-US" sz="1400" dirty="0">
              <a:latin typeface="Gadugi" panose="020B0502040204020203" pitchFamily="34" charset="0"/>
              <a:ea typeface="Gadugi" panose="020B0502040204020203" pitchFamily="34" charset="0"/>
            </a:endParaRPr>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latin typeface="Gadugi" panose="020B0502040204020203" pitchFamily="34" charset="0"/>
                <a:ea typeface="Gadugi" panose="020B0502040204020203" pitchFamily="34" charset="0"/>
              </a:rPr>
              <a:t>5</a:t>
            </a:fld>
            <a:endParaRPr lang="en-US">
              <a:latin typeface="Gadugi" panose="020B0502040204020203" pitchFamily="34" charset="0"/>
              <a:ea typeface="Gadugi" panose="020B0502040204020203"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latin typeface="Gadugi" panose="020B0502040204020203" pitchFamily="34" charset="0"/>
                <a:ea typeface="Gadugi" panose="020B0502040204020203" pitchFamily="34" charset="0"/>
              </a:rPr>
              <a:t>Mercedes wins two races in three</a:t>
            </a:r>
            <a:endParaRPr lang="en-US" sz="3400" dirty="0">
              <a:latin typeface="Gadugi" panose="020B0502040204020203" pitchFamily="34" charset="0"/>
              <a:ea typeface="Gadugi" panose="020B0502040204020203" pitchFamily="34" charset="0"/>
            </a:endParaRPr>
          </a:p>
        </p:txBody>
      </p:sp>
      <p:graphicFrame>
        <p:nvGraphicFramePr>
          <p:cNvPr id="3" name="Chart 0"/>
          <p:cNvGraphicFramePr/>
          <p:nvPr>
            <p:extLst>
              <p:ext uri="{D42A27DB-BD31-4B8C-83A1-F6EECF244321}">
                <p14:modId xmlns:p14="http://schemas.microsoft.com/office/powerpoint/2010/main" val="3629692412"/>
              </p:ext>
            </p:extLst>
          </p:nvPr>
        </p:nvGraphicFramePr>
        <p:xfrm>
          <a:off x="548640" y="1371600"/>
          <a:ext cx="585216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2514600" y="3063240"/>
            <a:ext cx="1828800" cy="640080"/>
          </a:xfrm>
          <a:prstGeom prst="rect">
            <a:avLst/>
          </a:prstGeom>
          <a:noFill/>
          <a:ln/>
        </p:spPr>
        <p:txBody>
          <a:bodyPr wrap="square" lIns="0" tIns="0" rIns="0" bIns="0" rtlCol="0" anchor="ctr"/>
          <a:lstStyle/>
          <a:p>
            <a:pPr marL="0" indent="0" algn="ctr">
              <a:buNone/>
            </a:pPr>
            <a:r>
              <a:rPr lang="en-US" sz="4000" b="1" dirty="0">
                <a:solidFill>
                  <a:schemeClr val="tx1"/>
                </a:solidFill>
                <a:latin typeface="Gadugi" panose="020B0502040204020203" pitchFamily="34" charset="0"/>
                <a:ea typeface="Gadugi" panose="020B0502040204020203" pitchFamily="34" charset="0"/>
                <a:cs typeface="Arial" pitchFamily="34" charset="-120"/>
              </a:rPr>
              <a:t>18</a:t>
            </a:r>
            <a:endParaRPr lang="en-US" sz="4000" dirty="0">
              <a:latin typeface="Gadugi" panose="020B0502040204020203" pitchFamily="34" charset="0"/>
              <a:ea typeface="Gadugi" panose="020B0502040204020203" pitchFamily="34" charset="0"/>
            </a:endParaRPr>
          </a:p>
        </p:txBody>
      </p:sp>
      <p:sp>
        <p:nvSpPr>
          <p:cNvPr id="5" name="Text 2"/>
          <p:cNvSpPr txBox="1"/>
          <p:nvPr/>
        </p:nvSpPr>
        <p:spPr>
          <a:xfrm>
            <a:off x="2514600" y="3657600"/>
            <a:ext cx="1828800" cy="320040"/>
          </a:xfrm>
          <a:prstGeom prst="rect">
            <a:avLst/>
          </a:prstGeom>
          <a:noFill/>
          <a:ln/>
        </p:spPr>
        <p:txBody>
          <a:bodyPr wrap="square" lIns="0" tIns="0" rIns="0" bIns="0" rtlCol="0" anchor="ctr"/>
          <a:lstStyle/>
          <a:p>
            <a:pPr marL="0" indent="0" algn="ctr">
              <a:buNone/>
            </a:pPr>
            <a:r>
              <a:rPr lang="en-US" sz="1400" dirty="0">
                <a:solidFill>
                  <a:schemeClr val="tx2"/>
                </a:solidFill>
                <a:latin typeface="Gadugi" panose="020B0502040204020203" pitchFamily="34" charset="0"/>
                <a:ea typeface="Gadugi" panose="020B0502040204020203" pitchFamily="34" charset="0"/>
              </a:rPr>
              <a:t>wins</a:t>
            </a:r>
            <a:endParaRPr lang="en-US" sz="1400" dirty="0">
              <a:latin typeface="Gadugi" panose="020B0502040204020203" pitchFamily="34" charset="0"/>
              <a:ea typeface="Gadugi" panose="020B0502040204020203" pitchFamily="34" charset="0"/>
            </a:endParaRPr>
          </a:p>
        </p:txBody>
      </p:sp>
      <p:sp>
        <p:nvSpPr>
          <p:cNvPr id="6" name="Team stat Mercedes"/>
          <p:cNvSpPr/>
          <p:nvPr/>
        </p:nvSpPr>
        <p:spPr>
          <a:xfrm>
            <a:off x="6766560" y="1371600"/>
            <a:ext cx="4873752" cy="1033272"/>
          </a:xfrm>
          <a:prstGeom prst="roundRect">
            <a:avLst>
              <a:gd name="adj" fmla="val 10619"/>
            </a:avLst>
          </a:prstGeom>
          <a:solidFill>
            <a:schemeClr val="bg2"/>
          </a:solidFill>
          <a:ln/>
        </p:spPr>
      </p:sp>
      <p:sp>
        <p:nvSpPr>
          <p:cNvPr id="7" name="Team badge Mercedes"/>
          <p:cNvSpPr/>
          <p:nvPr/>
        </p:nvSpPr>
        <p:spPr>
          <a:xfrm>
            <a:off x="6949440" y="1600200"/>
            <a:ext cx="822960" cy="576072"/>
          </a:xfrm>
          <a:prstGeom prst="roundRect">
            <a:avLst>
              <a:gd name="adj" fmla="val 15873"/>
            </a:avLst>
          </a:prstGeom>
          <a:solidFill>
            <a:schemeClr val="accent2"/>
          </a:solidFill>
          <a:ln/>
        </p:spPr>
      </p:sp>
      <p:sp>
        <p:nvSpPr>
          <p:cNvPr id="8" name="Text 5"/>
          <p:cNvSpPr txBox="1"/>
          <p:nvPr/>
        </p:nvSpPr>
        <p:spPr>
          <a:xfrm>
            <a:off x="6949440" y="1600200"/>
            <a:ext cx="822960" cy="576072"/>
          </a:xfrm>
          <a:prstGeom prst="rect">
            <a:avLst/>
          </a:prstGeom>
          <a:noFill/>
          <a:ln/>
        </p:spPr>
        <p:txBody>
          <a:bodyPr wrap="square" lIns="0" tIns="0" rIns="0" bIns="0" rtlCol="0" anchor="ctr"/>
          <a:lstStyle/>
          <a:p>
            <a:pPr marL="0" indent="0" algn="ctr">
              <a:buNone/>
            </a:pPr>
            <a:r>
              <a:rPr lang="en-US" sz="2800" b="1" dirty="0">
                <a:solidFill>
                  <a:schemeClr val="tx1"/>
                </a:solidFill>
                <a:latin typeface="Gadugi" panose="020B0502040204020203" pitchFamily="34" charset="0"/>
                <a:ea typeface="Gadugi" panose="020B0502040204020203" pitchFamily="34" charset="0"/>
                <a:cs typeface="Arial" pitchFamily="34" charset="-120"/>
              </a:rPr>
              <a:t>12</a:t>
            </a:r>
            <a:endParaRPr lang="en-US" sz="2800" dirty="0">
              <a:latin typeface="Gadugi" panose="020B0502040204020203" pitchFamily="34" charset="0"/>
              <a:ea typeface="Gadugi" panose="020B0502040204020203" pitchFamily="34" charset="0"/>
            </a:endParaRPr>
          </a:p>
        </p:txBody>
      </p:sp>
      <p:sp>
        <p:nvSpPr>
          <p:cNvPr id="9" name="Text 6"/>
          <p:cNvSpPr txBox="1"/>
          <p:nvPr/>
        </p:nvSpPr>
        <p:spPr>
          <a:xfrm>
            <a:off x="8001000" y="1536192"/>
            <a:ext cx="3474720" cy="365760"/>
          </a:xfrm>
          <a:prstGeom prst="rect">
            <a:avLst/>
          </a:prstGeom>
          <a:noFill/>
          <a:ln/>
        </p:spPr>
        <p:txBody>
          <a:bodyPr wrap="square" lIns="0" tIns="0" rIns="0" bIns="0" rtlCol="0" anchor="ctr"/>
          <a:lstStyle/>
          <a:p>
            <a:pPr marL="0" indent="0">
              <a:buNone/>
            </a:pPr>
            <a:r>
              <a:rPr lang="en-US" sz="1800" b="1" dirty="0">
                <a:solidFill>
                  <a:schemeClr val="tx1"/>
                </a:solidFill>
                <a:latin typeface="Gadugi" panose="020B0502040204020203" pitchFamily="34" charset="0"/>
                <a:ea typeface="Gadugi" panose="020B0502040204020203" pitchFamily="34" charset="0"/>
                <a:cs typeface="Arial" pitchFamily="34" charset="-120"/>
              </a:rPr>
              <a:t>Mercedes</a:t>
            </a:r>
            <a:endParaRPr lang="en-US" sz="1800" dirty="0">
              <a:latin typeface="Gadugi" panose="020B0502040204020203" pitchFamily="34" charset="0"/>
              <a:ea typeface="Gadugi" panose="020B0502040204020203" pitchFamily="34" charset="0"/>
            </a:endParaRPr>
          </a:p>
        </p:txBody>
      </p:sp>
      <p:sp>
        <p:nvSpPr>
          <p:cNvPr id="10" name="Text 7"/>
          <p:cNvSpPr txBox="1"/>
          <p:nvPr/>
        </p:nvSpPr>
        <p:spPr>
          <a:xfrm>
            <a:off x="8001000" y="1920240"/>
            <a:ext cx="3474720" cy="320040"/>
          </a:xfrm>
          <a:prstGeom prst="rect">
            <a:avLst/>
          </a:prstGeom>
          <a:noFill/>
          <a:ln/>
        </p:spPr>
        <p:txBody>
          <a:bodyPr wrap="square" lIns="0" tIns="0" rIns="0" bIns="0" rtlCol="0" anchor="ctr"/>
          <a:lstStyle/>
          <a:p>
            <a:pPr marL="0" indent="0">
              <a:buNone/>
            </a:pPr>
            <a:r>
              <a:rPr lang="en-US" sz="1400" dirty="0">
                <a:solidFill>
                  <a:schemeClr val="tx2"/>
                </a:solidFill>
                <a:latin typeface="Gadugi" panose="020B0502040204020203" pitchFamily="34" charset="0"/>
                <a:ea typeface="Gadugi" panose="020B0502040204020203" pitchFamily="34" charset="0"/>
              </a:rPr>
              <a:t>67% of wins</a:t>
            </a:r>
            <a:endParaRPr lang="en-US" sz="1400" dirty="0">
              <a:latin typeface="Gadugi" panose="020B0502040204020203" pitchFamily="34" charset="0"/>
              <a:ea typeface="Gadugi" panose="020B0502040204020203" pitchFamily="34" charset="0"/>
            </a:endParaRPr>
          </a:p>
        </p:txBody>
      </p:sp>
      <p:sp>
        <p:nvSpPr>
          <p:cNvPr id="11" name="Team stat Ferrari"/>
          <p:cNvSpPr/>
          <p:nvPr/>
        </p:nvSpPr>
        <p:spPr>
          <a:xfrm>
            <a:off x="6766560" y="2587752"/>
            <a:ext cx="4873752" cy="1033272"/>
          </a:xfrm>
          <a:prstGeom prst="roundRect">
            <a:avLst>
              <a:gd name="adj" fmla="val 10619"/>
            </a:avLst>
          </a:prstGeom>
          <a:solidFill>
            <a:schemeClr val="bg2"/>
          </a:solidFill>
          <a:ln/>
        </p:spPr>
      </p:sp>
      <p:sp>
        <p:nvSpPr>
          <p:cNvPr id="12" name="Team badge Ferrari"/>
          <p:cNvSpPr/>
          <p:nvPr/>
        </p:nvSpPr>
        <p:spPr>
          <a:xfrm>
            <a:off x="6949440" y="2816352"/>
            <a:ext cx="822960" cy="576072"/>
          </a:xfrm>
          <a:prstGeom prst="roundRect">
            <a:avLst>
              <a:gd name="adj" fmla="val 15873"/>
            </a:avLst>
          </a:prstGeom>
          <a:solidFill>
            <a:schemeClr val="accent1"/>
          </a:solidFill>
          <a:ln/>
        </p:spPr>
      </p:sp>
      <p:sp>
        <p:nvSpPr>
          <p:cNvPr id="13" name="Text 10"/>
          <p:cNvSpPr txBox="1"/>
          <p:nvPr/>
        </p:nvSpPr>
        <p:spPr>
          <a:xfrm>
            <a:off x="6949440" y="2816352"/>
            <a:ext cx="822960" cy="576072"/>
          </a:xfrm>
          <a:prstGeom prst="rect">
            <a:avLst/>
          </a:prstGeom>
          <a:noFill/>
          <a:ln/>
        </p:spPr>
        <p:txBody>
          <a:bodyPr wrap="square" lIns="0" tIns="0" rIns="0" bIns="0" rtlCol="0" anchor="ctr"/>
          <a:lstStyle/>
          <a:p>
            <a:pPr marL="0" indent="0" algn="ctr">
              <a:buNone/>
            </a:pPr>
            <a:r>
              <a:rPr lang="en-US" sz="2800" b="1" dirty="0">
                <a:solidFill>
                  <a:schemeClr val="bg1"/>
                </a:solidFill>
                <a:latin typeface="Gadugi" panose="020B0502040204020203" pitchFamily="34" charset="0"/>
                <a:ea typeface="Gadugi" panose="020B0502040204020203" pitchFamily="34" charset="0"/>
                <a:cs typeface="Arial" pitchFamily="34" charset="-120"/>
              </a:rPr>
              <a:t>2</a:t>
            </a:r>
            <a:endParaRPr lang="en-US" sz="2800" dirty="0">
              <a:latin typeface="Gadugi" panose="020B0502040204020203" pitchFamily="34" charset="0"/>
              <a:ea typeface="Gadugi" panose="020B0502040204020203" pitchFamily="34" charset="0"/>
            </a:endParaRPr>
          </a:p>
        </p:txBody>
      </p:sp>
      <p:sp>
        <p:nvSpPr>
          <p:cNvPr id="14" name="Text 11"/>
          <p:cNvSpPr txBox="1"/>
          <p:nvPr/>
        </p:nvSpPr>
        <p:spPr>
          <a:xfrm>
            <a:off x="8001000" y="2752344"/>
            <a:ext cx="3474720" cy="365760"/>
          </a:xfrm>
          <a:prstGeom prst="rect">
            <a:avLst/>
          </a:prstGeom>
          <a:noFill/>
          <a:ln/>
        </p:spPr>
        <p:txBody>
          <a:bodyPr wrap="square" lIns="0" tIns="0" rIns="0" bIns="0" rtlCol="0" anchor="ctr"/>
          <a:lstStyle/>
          <a:p>
            <a:pPr marL="0" indent="0">
              <a:buNone/>
            </a:pPr>
            <a:r>
              <a:rPr lang="en-US" sz="1800" b="1" dirty="0">
                <a:solidFill>
                  <a:schemeClr val="tx1"/>
                </a:solidFill>
                <a:latin typeface="Gadugi" panose="020B0502040204020203" pitchFamily="34" charset="0"/>
                <a:ea typeface="Gadugi" panose="020B0502040204020203" pitchFamily="34" charset="0"/>
                <a:cs typeface="Arial" pitchFamily="34" charset="-120"/>
              </a:rPr>
              <a:t>Ferrari</a:t>
            </a:r>
            <a:endParaRPr lang="en-US" sz="1800" dirty="0">
              <a:latin typeface="Gadugi" panose="020B0502040204020203" pitchFamily="34" charset="0"/>
              <a:ea typeface="Gadugi" panose="020B0502040204020203" pitchFamily="34" charset="0"/>
            </a:endParaRPr>
          </a:p>
        </p:txBody>
      </p:sp>
      <p:sp>
        <p:nvSpPr>
          <p:cNvPr id="15" name="Text 12"/>
          <p:cNvSpPr txBox="1"/>
          <p:nvPr/>
        </p:nvSpPr>
        <p:spPr>
          <a:xfrm>
            <a:off x="8001000" y="3136392"/>
            <a:ext cx="3474720" cy="320040"/>
          </a:xfrm>
          <a:prstGeom prst="rect">
            <a:avLst/>
          </a:prstGeom>
          <a:noFill/>
          <a:ln/>
        </p:spPr>
        <p:txBody>
          <a:bodyPr wrap="square" lIns="0" tIns="0" rIns="0" bIns="0" rtlCol="0" anchor="ctr"/>
          <a:lstStyle/>
          <a:p>
            <a:pPr marL="0" indent="0">
              <a:buNone/>
            </a:pPr>
            <a:r>
              <a:rPr lang="en-US" sz="1400" dirty="0">
                <a:solidFill>
                  <a:schemeClr val="tx2"/>
                </a:solidFill>
                <a:latin typeface="Gadugi" panose="020B0502040204020203" pitchFamily="34" charset="0"/>
                <a:ea typeface="Gadugi" panose="020B0502040204020203" pitchFamily="34" charset="0"/>
              </a:rPr>
              <a:t>11% of wins</a:t>
            </a:r>
            <a:endParaRPr lang="en-US" sz="1400" dirty="0">
              <a:latin typeface="Gadugi" panose="020B0502040204020203" pitchFamily="34" charset="0"/>
              <a:ea typeface="Gadugi" panose="020B0502040204020203" pitchFamily="34" charset="0"/>
            </a:endParaRPr>
          </a:p>
        </p:txBody>
      </p:sp>
      <p:sp>
        <p:nvSpPr>
          <p:cNvPr id="16" name="Team stat McLaren"/>
          <p:cNvSpPr/>
          <p:nvPr/>
        </p:nvSpPr>
        <p:spPr>
          <a:xfrm>
            <a:off x="6766560" y="3803904"/>
            <a:ext cx="4873752" cy="1033272"/>
          </a:xfrm>
          <a:prstGeom prst="roundRect">
            <a:avLst>
              <a:gd name="adj" fmla="val 10619"/>
            </a:avLst>
          </a:prstGeom>
          <a:solidFill>
            <a:schemeClr val="bg2"/>
          </a:solidFill>
          <a:ln/>
        </p:spPr>
      </p:sp>
      <p:sp>
        <p:nvSpPr>
          <p:cNvPr id="17" name="Team badge McLaren"/>
          <p:cNvSpPr/>
          <p:nvPr/>
        </p:nvSpPr>
        <p:spPr>
          <a:xfrm>
            <a:off x="6949440" y="4032504"/>
            <a:ext cx="822960" cy="576072"/>
          </a:xfrm>
          <a:prstGeom prst="roundRect">
            <a:avLst>
              <a:gd name="adj" fmla="val 15873"/>
            </a:avLst>
          </a:prstGeom>
          <a:solidFill>
            <a:schemeClr val="accent3"/>
          </a:solidFill>
          <a:ln/>
        </p:spPr>
      </p:sp>
      <p:sp>
        <p:nvSpPr>
          <p:cNvPr id="18" name="Text 15"/>
          <p:cNvSpPr txBox="1"/>
          <p:nvPr/>
        </p:nvSpPr>
        <p:spPr>
          <a:xfrm>
            <a:off x="6949440" y="4032504"/>
            <a:ext cx="822960" cy="576072"/>
          </a:xfrm>
          <a:prstGeom prst="rect">
            <a:avLst/>
          </a:prstGeom>
          <a:noFill/>
          <a:ln/>
        </p:spPr>
        <p:txBody>
          <a:bodyPr wrap="square" lIns="0" tIns="0" rIns="0" bIns="0" rtlCol="0" anchor="ctr"/>
          <a:lstStyle/>
          <a:p>
            <a:pPr marL="0" indent="0" algn="ctr">
              <a:buNone/>
            </a:pPr>
            <a:r>
              <a:rPr lang="en-US" sz="2800" b="1" dirty="0">
                <a:solidFill>
                  <a:schemeClr val="tx1"/>
                </a:solidFill>
                <a:latin typeface="Gadugi" panose="020B0502040204020203" pitchFamily="34" charset="0"/>
                <a:ea typeface="Gadugi" panose="020B0502040204020203" pitchFamily="34" charset="0"/>
                <a:cs typeface="Arial" pitchFamily="34" charset="-120"/>
              </a:rPr>
              <a:t>2</a:t>
            </a:r>
            <a:endParaRPr lang="en-US" sz="2800" dirty="0">
              <a:latin typeface="Gadugi" panose="020B0502040204020203" pitchFamily="34" charset="0"/>
              <a:ea typeface="Gadugi" panose="020B0502040204020203" pitchFamily="34" charset="0"/>
            </a:endParaRPr>
          </a:p>
        </p:txBody>
      </p:sp>
      <p:sp>
        <p:nvSpPr>
          <p:cNvPr id="19" name="Text 16"/>
          <p:cNvSpPr txBox="1"/>
          <p:nvPr/>
        </p:nvSpPr>
        <p:spPr>
          <a:xfrm>
            <a:off x="8001000" y="3968496"/>
            <a:ext cx="3474720" cy="365760"/>
          </a:xfrm>
          <a:prstGeom prst="rect">
            <a:avLst/>
          </a:prstGeom>
          <a:noFill/>
          <a:ln/>
        </p:spPr>
        <p:txBody>
          <a:bodyPr wrap="square" lIns="0" tIns="0" rIns="0" bIns="0" rtlCol="0" anchor="ctr"/>
          <a:lstStyle/>
          <a:p>
            <a:pPr marL="0" indent="0">
              <a:buNone/>
            </a:pPr>
            <a:r>
              <a:rPr lang="en-US" sz="1800" b="1" dirty="0">
                <a:solidFill>
                  <a:schemeClr val="tx1"/>
                </a:solidFill>
                <a:latin typeface="Gadugi" panose="020B0502040204020203" pitchFamily="34" charset="0"/>
                <a:ea typeface="Gadugi" panose="020B0502040204020203" pitchFamily="34" charset="0"/>
                <a:cs typeface="Arial" pitchFamily="34" charset="-120"/>
              </a:rPr>
              <a:t>McLaren</a:t>
            </a:r>
            <a:endParaRPr lang="en-US" sz="1800" dirty="0">
              <a:latin typeface="Gadugi" panose="020B0502040204020203" pitchFamily="34" charset="0"/>
              <a:ea typeface="Gadugi" panose="020B0502040204020203" pitchFamily="34" charset="0"/>
            </a:endParaRPr>
          </a:p>
        </p:txBody>
      </p:sp>
      <p:sp>
        <p:nvSpPr>
          <p:cNvPr id="20" name="Text 17"/>
          <p:cNvSpPr txBox="1"/>
          <p:nvPr/>
        </p:nvSpPr>
        <p:spPr>
          <a:xfrm>
            <a:off x="8001000" y="4352544"/>
            <a:ext cx="3474720" cy="320040"/>
          </a:xfrm>
          <a:prstGeom prst="rect">
            <a:avLst/>
          </a:prstGeom>
          <a:noFill/>
          <a:ln/>
        </p:spPr>
        <p:txBody>
          <a:bodyPr wrap="square" lIns="0" tIns="0" rIns="0" bIns="0" rtlCol="0" anchor="ctr"/>
          <a:lstStyle/>
          <a:p>
            <a:pPr marL="0" indent="0">
              <a:buNone/>
            </a:pPr>
            <a:r>
              <a:rPr lang="en-US" sz="1400" dirty="0">
                <a:solidFill>
                  <a:schemeClr val="tx2"/>
                </a:solidFill>
                <a:latin typeface="Gadugi" panose="020B0502040204020203" pitchFamily="34" charset="0"/>
                <a:ea typeface="Gadugi" panose="020B0502040204020203" pitchFamily="34" charset="0"/>
              </a:rPr>
              <a:t>11% of wins</a:t>
            </a:r>
            <a:endParaRPr lang="en-US" sz="1400" dirty="0">
              <a:latin typeface="Gadugi" panose="020B0502040204020203" pitchFamily="34" charset="0"/>
              <a:ea typeface="Gadugi" panose="020B0502040204020203" pitchFamily="34" charset="0"/>
            </a:endParaRPr>
          </a:p>
        </p:txBody>
      </p:sp>
      <p:sp>
        <p:nvSpPr>
          <p:cNvPr id="21" name="Team stat Red Bull Racing"/>
          <p:cNvSpPr/>
          <p:nvPr/>
        </p:nvSpPr>
        <p:spPr>
          <a:xfrm>
            <a:off x="6766560" y="5020056"/>
            <a:ext cx="4873752" cy="1033272"/>
          </a:xfrm>
          <a:prstGeom prst="roundRect">
            <a:avLst>
              <a:gd name="adj" fmla="val 10619"/>
            </a:avLst>
          </a:prstGeom>
          <a:solidFill>
            <a:schemeClr val="bg2"/>
          </a:solidFill>
          <a:ln/>
        </p:spPr>
      </p:sp>
      <p:sp>
        <p:nvSpPr>
          <p:cNvPr id="22" name="Team badge Red Bull Racing"/>
          <p:cNvSpPr/>
          <p:nvPr/>
        </p:nvSpPr>
        <p:spPr>
          <a:xfrm>
            <a:off x="6949440" y="5248656"/>
            <a:ext cx="822960" cy="576072"/>
          </a:xfrm>
          <a:prstGeom prst="roundRect">
            <a:avLst>
              <a:gd name="adj" fmla="val 15873"/>
            </a:avLst>
          </a:prstGeom>
          <a:solidFill>
            <a:schemeClr val="accent4"/>
          </a:solidFill>
          <a:ln/>
        </p:spPr>
      </p:sp>
      <p:sp>
        <p:nvSpPr>
          <p:cNvPr id="23" name="Text 20"/>
          <p:cNvSpPr txBox="1"/>
          <p:nvPr/>
        </p:nvSpPr>
        <p:spPr>
          <a:xfrm>
            <a:off x="6949440" y="5248656"/>
            <a:ext cx="822960" cy="576072"/>
          </a:xfrm>
          <a:prstGeom prst="rect">
            <a:avLst/>
          </a:prstGeom>
          <a:noFill/>
          <a:ln/>
        </p:spPr>
        <p:txBody>
          <a:bodyPr wrap="square" lIns="0" tIns="0" rIns="0" bIns="0" rtlCol="0" anchor="ctr"/>
          <a:lstStyle/>
          <a:p>
            <a:pPr marL="0" indent="0" algn="ctr">
              <a:buNone/>
            </a:pPr>
            <a:r>
              <a:rPr lang="en-US" sz="2800" b="1" dirty="0">
                <a:solidFill>
                  <a:schemeClr val="bg1"/>
                </a:solidFill>
                <a:latin typeface="Gadugi" panose="020B0502040204020203" pitchFamily="34" charset="0"/>
                <a:ea typeface="Gadugi" panose="020B0502040204020203" pitchFamily="34" charset="0"/>
                <a:cs typeface="Arial" pitchFamily="34" charset="-120"/>
              </a:rPr>
              <a:t>2</a:t>
            </a:r>
            <a:endParaRPr lang="en-US" sz="2800" dirty="0">
              <a:latin typeface="Gadugi" panose="020B0502040204020203" pitchFamily="34" charset="0"/>
              <a:ea typeface="Gadugi" panose="020B0502040204020203" pitchFamily="34" charset="0"/>
            </a:endParaRPr>
          </a:p>
        </p:txBody>
      </p:sp>
      <p:sp>
        <p:nvSpPr>
          <p:cNvPr id="24" name="Text 21"/>
          <p:cNvSpPr txBox="1"/>
          <p:nvPr/>
        </p:nvSpPr>
        <p:spPr>
          <a:xfrm>
            <a:off x="8001000" y="5184648"/>
            <a:ext cx="3474720" cy="365760"/>
          </a:xfrm>
          <a:prstGeom prst="rect">
            <a:avLst/>
          </a:prstGeom>
          <a:noFill/>
          <a:ln/>
        </p:spPr>
        <p:txBody>
          <a:bodyPr wrap="square" lIns="0" tIns="0" rIns="0" bIns="0" rtlCol="0" anchor="ctr"/>
          <a:lstStyle/>
          <a:p>
            <a:pPr marL="0" indent="0">
              <a:buNone/>
            </a:pPr>
            <a:r>
              <a:rPr lang="en-US" sz="1800" b="1" dirty="0">
                <a:solidFill>
                  <a:schemeClr val="tx1"/>
                </a:solidFill>
                <a:latin typeface="Gadugi" panose="020B0502040204020203" pitchFamily="34" charset="0"/>
                <a:ea typeface="Gadugi" panose="020B0502040204020203" pitchFamily="34" charset="0"/>
                <a:cs typeface="Arial" pitchFamily="34" charset="-120"/>
              </a:rPr>
              <a:t>Red Bull Racing</a:t>
            </a:r>
            <a:endParaRPr lang="en-US" sz="1800" dirty="0">
              <a:latin typeface="Gadugi" panose="020B0502040204020203" pitchFamily="34" charset="0"/>
              <a:ea typeface="Gadugi" panose="020B0502040204020203" pitchFamily="34" charset="0"/>
            </a:endParaRPr>
          </a:p>
        </p:txBody>
      </p:sp>
      <p:sp>
        <p:nvSpPr>
          <p:cNvPr id="25" name="Text 22"/>
          <p:cNvSpPr txBox="1"/>
          <p:nvPr/>
        </p:nvSpPr>
        <p:spPr>
          <a:xfrm>
            <a:off x="8001000" y="5568696"/>
            <a:ext cx="3474720" cy="320040"/>
          </a:xfrm>
          <a:prstGeom prst="rect">
            <a:avLst/>
          </a:prstGeom>
          <a:noFill/>
          <a:ln/>
        </p:spPr>
        <p:txBody>
          <a:bodyPr wrap="square" lIns="0" tIns="0" rIns="0" bIns="0" rtlCol="0" anchor="ctr"/>
          <a:lstStyle/>
          <a:p>
            <a:pPr marL="0" indent="0">
              <a:buNone/>
            </a:pPr>
            <a:r>
              <a:rPr lang="en-US" sz="1400" dirty="0">
                <a:solidFill>
                  <a:schemeClr val="tx2"/>
                </a:solidFill>
                <a:latin typeface="Gadugi" panose="020B0502040204020203" pitchFamily="34" charset="0"/>
                <a:ea typeface="Gadugi" panose="020B0502040204020203" pitchFamily="34" charset="0"/>
              </a:rPr>
              <a:t>11% of wins</a:t>
            </a:r>
            <a:endParaRPr lang="en-US" sz="1400" dirty="0">
              <a:latin typeface="Gadugi" panose="020B0502040204020203" pitchFamily="34" charset="0"/>
              <a:ea typeface="Gadugi" panose="020B0502040204020203" pitchFamily="34" charset="0"/>
            </a:endParaRPr>
          </a:p>
        </p:txBody>
      </p:sp>
      <p:sp>
        <p:nvSpPr>
          <p:cNvPr id="26"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latin typeface="Gadugi" panose="020B0502040204020203" pitchFamily="34" charset="0"/>
                <a:ea typeface="Gadugi" panose="020B0502040204020203" pitchFamily="34" charset="0"/>
              </a:rPr>
              <a:t>6</a:t>
            </a:fld>
            <a:endParaRPr lang="en-US">
              <a:latin typeface="Gadugi" panose="020B0502040204020203" pitchFamily="34" charset="0"/>
              <a:ea typeface="Gadugi" panose="020B0502040204020203"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latin typeface="Gadugi" panose="020B0502040204020203" pitchFamily="34" charset="0"/>
                <a:ea typeface="Gadugi" panose="020B0502040204020203" pitchFamily="34" charset="0"/>
              </a:rPr>
              <a:t>Who delivers each team's wins</a:t>
            </a:r>
            <a:endParaRPr lang="en-US" sz="3400" dirty="0">
              <a:latin typeface="Gadugi" panose="020B0502040204020203" pitchFamily="34" charset="0"/>
              <a:ea typeface="Gadugi" panose="020B0502040204020203" pitchFamily="34" charset="0"/>
            </a:endParaRPr>
          </a:p>
        </p:txBody>
      </p:sp>
      <p:sp>
        <p:nvSpPr>
          <p:cNvPr id="3" name="Team card Mercedes"/>
          <p:cNvSpPr/>
          <p:nvPr/>
        </p:nvSpPr>
        <p:spPr>
          <a:xfrm>
            <a:off x="548640" y="1371600"/>
            <a:ext cx="5440680" cy="2194560"/>
          </a:xfrm>
          <a:prstGeom prst="roundRect">
            <a:avLst>
              <a:gd name="adj" fmla="val 5000"/>
            </a:avLst>
          </a:prstGeom>
          <a:solidFill>
            <a:schemeClr val="bg2"/>
          </a:solidFill>
          <a:ln/>
        </p:spPr>
      </p:sp>
      <p:sp>
        <p:nvSpPr>
          <p:cNvPr id="4" name="Badge Mercedes"/>
          <p:cNvSpPr/>
          <p:nvPr/>
        </p:nvSpPr>
        <p:spPr>
          <a:xfrm>
            <a:off x="777240" y="1600200"/>
            <a:ext cx="2286000" cy="438912"/>
          </a:xfrm>
          <a:prstGeom prst="roundRect">
            <a:avLst>
              <a:gd name="adj" fmla="val 20833"/>
            </a:avLst>
          </a:prstGeom>
          <a:solidFill>
            <a:schemeClr val="accent2"/>
          </a:solidFill>
          <a:ln/>
        </p:spPr>
      </p:sp>
      <p:sp>
        <p:nvSpPr>
          <p:cNvPr id="5" name="Text 3"/>
          <p:cNvSpPr txBox="1"/>
          <p:nvPr/>
        </p:nvSpPr>
        <p:spPr>
          <a:xfrm>
            <a:off x="777240" y="1600200"/>
            <a:ext cx="2286000" cy="438912"/>
          </a:xfrm>
          <a:prstGeom prst="rect">
            <a:avLst/>
          </a:prstGeom>
          <a:noFill/>
          <a:ln/>
        </p:spPr>
        <p:txBody>
          <a:bodyPr wrap="square" lIns="0" tIns="0" rIns="0" bIns="0" rtlCol="0" anchor="ctr"/>
          <a:lstStyle/>
          <a:p>
            <a:pPr marL="0" indent="0" algn="ctr">
              <a:buNone/>
            </a:pPr>
            <a:r>
              <a:rPr lang="en-US" sz="1600" b="1" dirty="0">
                <a:solidFill>
                  <a:schemeClr val="tx1"/>
                </a:solidFill>
                <a:latin typeface="Gadugi" panose="020B0502040204020203" pitchFamily="34" charset="0"/>
                <a:ea typeface="Gadugi" panose="020B0502040204020203" pitchFamily="34" charset="0"/>
                <a:cs typeface="Arial" pitchFamily="34" charset="-120"/>
              </a:rPr>
              <a:t>Mercedes</a:t>
            </a:r>
            <a:endParaRPr lang="en-US" sz="1600" dirty="0">
              <a:latin typeface="Gadugi" panose="020B0502040204020203" pitchFamily="34" charset="0"/>
              <a:ea typeface="Gadugi" panose="020B0502040204020203" pitchFamily="34" charset="0"/>
            </a:endParaRPr>
          </a:p>
        </p:txBody>
      </p:sp>
      <p:sp>
        <p:nvSpPr>
          <p:cNvPr id="6" name="Text 4"/>
          <p:cNvSpPr txBox="1"/>
          <p:nvPr/>
        </p:nvSpPr>
        <p:spPr>
          <a:xfrm>
            <a:off x="3977640" y="1554480"/>
            <a:ext cx="1783080" cy="530352"/>
          </a:xfrm>
          <a:prstGeom prst="rect">
            <a:avLst/>
          </a:prstGeom>
          <a:noFill/>
          <a:ln/>
        </p:spPr>
        <p:txBody>
          <a:bodyPr wrap="square" lIns="0" tIns="0" rIns="0" bIns="0" rtlCol="0" anchor="ctr"/>
          <a:lstStyle/>
          <a:p>
            <a:pPr marL="0" indent="0" algn="r">
              <a:buNone/>
            </a:pPr>
            <a:r>
              <a:rPr lang="en-US" sz="2400" b="1" dirty="0">
                <a:solidFill>
                  <a:schemeClr val="tx1"/>
                </a:solidFill>
                <a:latin typeface="Gadugi" panose="020B0502040204020203" pitchFamily="34" charset="0"/>
                <a:ea typeface="Gadugi" panose="020B0502040204020203" pitchFamily="34" charset="0"/>
                <a:cs typeface="Arial" pitchFamily="34" charset="-120"/>
              </a:rPr>
              <a:t>12 wins</a:t>
            </a:r>
            <a:endParaRPr lang="en-US" sz="2400" dirty="0">
              <a:latin typeface="Gadugi" panose="020B0502040204020203" pitchFamily="34" charset="0"/>
              <a:ea typeface="Gadugi" panose="020B0502040204020203" pitchFamily="34" charset="0"/>
            </a:endParaRPr>
          </a:p>
        </p:txBody>
      </p:sp>
      <p:sp>
        <p:nvSpPr>
          <p:cNvPr id="7" name="Text 5"/>
          <p:cNvSpPr txBox="1"/>
          <p:nvPr/>
        </p:nvSpPr>
        <p:spPr>
          <a:xfrm>
            <a:off x="777240" y="2423160"/>
            <a:ext cx="1783080" cy="365760"/>
          </a:xfrm>
          <a:prstGeom prst="rect">
            <a:avLst/>
          </a:prstGeom>
          <a:noFill/>
          <a:ln/>
        </p:spPr>
        <p:txBody>
          <a:bodyPr wrap="square" lIns="0" tIns="0" rIns="0" bIns="0" rtlCol="0" anchor="ctr"/>
          <a:lstStyle/>
          <a:p>
            <a:pPr marL="0" indent="0">
              <a:buNone/>
            </a:pPr>
            <a:r>
              <a:rPr lang="en-US" sz="1600" dirty="0">
                <a:solidFill>
                  <a:schemeClr val="tx1"/>
                </a:solidFill>
                <a:latin typeface="Gadugi" panose="020B0502040204020203" pitchFamily="34" charset="0"/>
                <a:ea typeface="Gadugi" panose="020B0502040204020203" pitchFamily="34" charset="0"/>
              </a:rPr>
              <a:t>Kimi Antonelli</a:t>
            </a:r>
            <a:endParaRPr lang="en-US" sz="1600" dirty="0">
              <a:latin typeface="Gadugi" panose="020B0502040204020203" pitchFamily="34" charset="0"/>
              <a:ea typeface="Gadugi" panose="020B0502040204020203" pitchFamily="34" charset="0"/>
            </a:endParaRPr>
          </a:p>
        </p:txBody>
      </p:sp>
      <p:sp>
        <p:nvSpPr>
          <p:cNvPr id="8" name="Bar Kimi Antonelli"/>
          <p:cNvSpPr/>
          <p:nvPr/>
        </p:nvSpPr>
        <p:spPr>
          <a:xfrm>
            <a:off x="2606040" y="2468880"/>
            <a:ext cx="2715768" cy="274320"/>
          </a:xfrm>
          <a:prstGeom prst="roundRect">
            <a:avLst>
              <a:gd name="adj" fmla="val 16667"/>
            </a:avLst>
          </a:prstGeom>
          <a:solidFill>
            <a:schemeClr val="accent2"/>
          </a:solidFill>
          <a:ln/>
        </p:spPr>
      </p:sp>
      <p:sp>
        <p:nvSpPr>
          <p:cNvPr id="9" name="Text 7"/>
          <p:cNvSpPr txBox="1"/>
          <p:nvPr/>
        </p:nvSpPr>
        <p:spPr>
          <a:xfrm>
            <a:off x="5431536" y="2423160"/>
            <a:ext cx="548640" cy="365760"/>
          </a:xfrm>
          <a:prstGeom prst="rect">
            <a:avLst/>
          </a:prstGeom>
          <a:noFill/>
          <a:ln/>
        </p:spPr>
        <p:txBody>
          <a:bodyPr wrap="square" lIns="0" tIns="0" rIns="0" bIns="0" rtlCol="0" anchor="ctr"/>
          <a:lstStyle/>
          <a:p>
            <a:pPr marL="0" indent="0">
              <a:buNone/>
            </a:pPr>
            <a:r>
              <a:rPr lang="en-US" sz="1600" b="1" dirty="0">
                <a:solidFill>
                  <a:schemeClr val="tx1"/>
                </a:solidFill>
                <a:latin typeface="Gadugi" panose="020B0502040204020203" pitchFamily="34" charset="0"/>
                <a:ea typeface="Gadugi" panose="020B0502040204020203" pitchFamily="34" charset="0"/>
              </a:rPr>
              <a:t>9</a:t>
            </a:r>
            <a:endParaRPr lang="en-US" sz="1600" dirty="0">
              <a:latin typeface="Gadugi" panose="020B0502040204020203" pitchFamily="34" charset="0"/>
              <a:ea typeface="Gadugi" panose="020B0502040204020203" pitchFamily="34" charset="0"/>
            </a:endParaRPr>
          </a:p>
        </p:txBody>
      </p:sp>
      <p:sp>
        <p:nvSpPr>
          <p:cNvPr id="10" name="Text 8"/>
          <p:cNvSpPr txBox="1"/>
          <p:nvPr/>
        </p:nvSpPr>
        <p:spPr>
          <a:xfrm>
            <a:off x="777240" y="2926080"/>
            <a:ext cx="1783080" cy="365760"/>
          </a:xfrm>
          <a:prstGeom prst="rect">
            <a:avLst/>
          </a:prstGeom>
          <a:noFill/>
          <a:ln/>
        </p:spPr>
        <p:txBody>
          <a:bodyPr wrap="square" lIns="0" tIns="0" rIns="0" bIns="0" rtlCol="0" anchor="ctr"/>
          <a:lstStyle/>
          <a:p>
            <a:pPr marL="0" indent="0">
              <a:buNone/>
            </a:pPr>
            <a:r>
              <a:rPr lang="en-US" sz="1600" dirty="0">
                <a:solidFill>
                  <a:schemeClr val="tx1"/>
                </a:solidFill>
                <a:latin typeface="Gadugi" panose="020B0502040204020203" pitchFamily="34" charset="0"/>
                <a:ea typeface="Gadugi" panose="020B0502040204020203" pitchFamily="34" charset="0"/>
              </a:rPr>
              <a:t>George Russell</a:t>
            </a:r>
            <a:endParaRPr lang="en-US" sz="1600" dirty="0">
              <a:latin typeface="Gadugi" panose="020B0502040204020203" pitchFamily="34" charset="0"/>
              <a:ea typeface="Gadugi" panose="020B0502040204020203" pitchFamily="34" charset="0"/>
            </a:endParaRPr>
          </a:p>
        </p:txBody>
      </p:sp>
      <p:sp>
        <p:nvSpPr>
          <p:cNvPr id="11" name="Bar George Russell"/>
          <p:cNvSpPr/>
          <p:nvPr/>
        </p:nvSpPr>
        <p:spPr>
          <a:xfrm>
            <a:off x="2606040" y="2971800"/>
            <a:ext cx="905256" cy="274320"/>
          </a:xfrm>
          <a:prstGeom prst="roundRect">
            <a:avLst>
              <a:gd name="adj" fmla="val 16667"/>
            </a:avLst>
          </a:prstGeom>
          <a:solidFill>
            <a:schemeClr val="accent2"/>
          </a:solidFill>
          <a:ln/>
        </p:spPr>
      </p:sp>
      <p:sp>
        <p:nvSpPr>
          <p:cNvPr id="12" name="Text 10"/>
          <p:cNvSpPr txBox="1"/>
          <p:nvPr/>
        </p:nvSpPr>
        <p:spPr>
          <a:xfrm>
            <a:off x="3621024" y="2926080"/>
            <a:ext cx="548640" cy="365760"/>
          </a:xfrm>
          <a:prstGeom prst="rect">
            <a:avLst/>
          </a:prstGeom>
          <a:noFill/>
          <a:ln/>
        </p:spPr>
        <p:txBody>
          <a:bodyPr wrap="square" lIns="0" tIns="0" rIns="0" bIns="0" rtlCol="0" anchor="ctr"/>
          <a:lstStyle/>
          <a:p>
            <a:pPr marL="0" indent="0">
              <a:buNone/>
            </a:pPr>
            <a:r>
              <a:rPr lang="en-US" sz="1600" b="1" dirty="0">
                <a:solidFill>
                  <a:schemeClr val="tx1"/>
                </a:solidFill>
                <a:latin typeface="Gadugi" panose="020B0502040204020203" pitchFamily="34" charset="0"/>
                <a:ea typeface="Gadugi" panose="020B0502040204020203" pitchFamily="34" charset="0"/>
              </a:rPr>
              <a:t>3</a:t>
            </a:r>
            <a:endParaRPr lang="en-US" sz="1600" dirty="0">
              <a:latin typeface="Gadugi" panose="020B0502040204020203" pitchFamily="34" charset="0"/>
              <a:ea typeface="Gadugi" panose="020B0502040204020203" pitchFamily="34" charset="0"/>
            </a:endParaRPr>
          </a:p>
        </p:txBody>
      </p:sp>
      <p:sp>
        <p:nvSpPr>
          <p:cNvPr id="13" name="Team card Ferrari"/>
          <p:cNvSpPr/>
          <p:nvPr/>
        </p:nvSpPr>
        <p:spPr>
          <a:xfrm>
            <a:off x="6199632" y="1371600"/>
            <a:ext cx="5440680" cy="2194560"/>
          </a:xfrm>
          <a:prstGeom prst="roundRect">
            <a:avLst>
              <a:gd name="adj" fmla="val 5000"/>
            </a:avLst>
          </a:prstGeom>
          <a:solidFill>
            <a:schemeClr val="bg2"/>
          </a:solidFill>
          <a:ln/>
        </p:spPr>
      </p:sp>
      <p:sp>
        <p:nvSpPr>
          <p:cNvPr id="14" name="Badge Ferrari"/>
          <p:cNvSpPr/>
          <p:nvPr/>
        </p:nvSpPr>
        <p:spPr>
          <a:xfrm>
            <a:off x="6428232" y="1600200"/>
            <a:ext cx="2286000" cy="438912"/>
          </a:xfrm>
          <a:prstGeom prst="roundRect">
            <a:avLst>
              <a:gd name="adj" fmla="val 20833"/>
            </a:avLst>
          </a:prstGeom>
          <a:solidFill>
            <a:schemeClr val="accent1"/>
          </a:solidFill>
          <a:ln/>
        </p:spPr>
      </p:sp>
      <p:sp>
        <p:nvSpPr>
          <p:cNvPr id="15" name="Text 13"/>
          <p:cNvSpPr txBox="1"/>
          <p:nvPr/>
        </p:nvSpPr>
        <p:spPr>
          <a:xfrm>
            <a:off x="6428232" y="1600200"/>
            <a:ext cx="2286000" cy="438912"/>
          </a:xfrm>
          <a:prstGeom prst="rect">
            <a:avLst/>
          </a:prstGeom>
          <a:noFill/>
          <a:ln/>
        </p:spPr>
        <p:txBody>
          <a:bodyPr wrap="square" lIns="0" tIns="0" rIns="0" bIns="0" rtlCol="0" anchor="ctr"/>
          <a:lstStyle/>
          <a:p>
            <a:pPr marL="0" indent="0" algn="ctr">
              <a:buNone/>
            </a:pPr>
            <a:r>
              <a:rPr lang="en-US" sz="1600" b="1" dirty="0">
                <a:solidFill>
                  <a:schemeClr val="bg1"/>
                </a:solidFill>
                <a:latin typeface="Gadugi" panose="020B0502040204020203" pitchFamily="34" charset="0"/>
                <a:ea typeface="Gadugi" panose="020B0502040204020203" pitchFamily="34" charset="0"/>
                <a:cs typeface="Arial" pitchFamily="34" charset="-120"/>
              </a:rPr>
              <a:t>Ferrari</a:t>
            </a:r>
            <a:endParaRPr lang="en-US" sz="1600" dirty="0">
              <a:latin typeface="Gadugi" panose="020B0502040204020203" pitchFamily="34" charset="0"/>
              <a:ea typeface="Gadugi" panose="020B0502040204020203" pitchFamily="34" charset="0"/>
            </a:endParaRPr>
          </a:p>
        </p:txBody>
      </p:sp>
      <p:sp>
        <p:nvSpPr>
          <p:cNvPr id="16" name="Text 14"/>
          <p:cNvSpPr txBox="1"/>
          <p:nvPr/>
        </p:nvSpPr>
        <p:spPr>
          <a:xfrm>
            <a:off x="9628632" y="1554480"/>
            <a:ext cx="1783080" cy="530352"/>
          </a:xfrm>
          <a:prstGeom prst="rect">
            <a:avLst/>
          </a:prstGeom>
          <a:noFill/>
          <a:ln/>
        </p:spPr>
        <p:txBody>
          <a:bodyPr wrap="square" lIns="0" tIns="0" rIns="0" bIns="0" rtlCol="0" anchor="ctr"/>
          <a:lstStyle/>
          <a:p>
            <a:pPr marL="0" indent="0" algn="r">
              <a:buNone/>
            </a:pPr>
            <a:r>
              <a:rPr lang="en-US" sz="2400" b="1" dirty="0">
                <a:solidFill>
                  <a:schemeClr val="tx1"/>
                </a:solidFill>
                <a:latin typeface="Gadugi" panose="020B0502040204020203" pitchFamily="34" charset="0"/>
                <a:ea typeface="Gadugi" panose="020B0502040204020203" pitchFamily="34" charset="0"/>
                <a:cs typeface="Arial" pitchFamily="34" charset="-120"/>
              </a:rPr>
              <a:t>2 wins</a:t>
            </a:r>
            <a:endParaRPr lang="en-US" sz="2400" dirty="0">
              <a:latin typeface="Gadugi" panose="020B0502040204020203" pitchFamily="34" charset="0"/>
              <a:ea typeface="Gadugi" panose="020B0502040204020203" pitchFamily="34" charset="0"/>
            </a:endParaRPr>
          </a:p>
        </p:txBody>
      </p:sp>
      <p:sp>
        <p:nvSpPr>
          <p:cNvPr id="17" name="Text 15"/>
          <p:cNvSpPr txBox="1"/>
          <p:nvPr/>
        </p:nvSpPr>
        <p:spPr>
          <a:xfrm>
            <a:off x="6428232" y="2423160"/>
            <a:ext cx="1783080" cy="365760"/>
          </a:xfrm>
          <a:prstGeom prst="rect">
            <a:avLst/>
          </a:prstGeom>
          <a:noFill/>
          <a:ln/>
        </p:spPr>
        <p:txBody>
          <a:bodyPr wrap="square" lIns="0" tIns="0" rIns="0" bIns="0" rtlCol="0" anchor="ctr"/>
          <a:lstStyle/>
          <a:p>
            <a:pPr marL="0" indent="0">
              <a:buNone/>
            </a:pPr>
            <a:r>
              <a:rPr lang="en-US" sz="1600" dirty="0">
                <a:solidFill>
                  <a:schemeClr val="tx1"/>
                </a:solidFill>
                <a:latin typeface="Gadugi" panose="020B0502040204020203" pitchFamily="34" charset="0"/>
                <a:ea typeface="Gadugi" panose="020B0502040204020203" pitchFamily="34" charset="0"/>
              </a:rPr>
              <a:t>Lewis Hamilton</a:t>
            </a:r>
            <a:endParaRPr lang="en-US" sz="1600" dirty="0">
              <a:latin typeface="Gadugi" panose="020B0502040204020203" pitchFamily="34" charset="0"/>
              <a:ea typeface="Gadugi" panose="020B0502040204020203" pitchFamily="34" charset="0"/>
            </a:endParaRPr>
          </a:p>
        </p:txBody>
      </p:sp>
      <p:sp>
        <p:nvSpPr>
          <p:cNvPr id="18" name="Bar Lewis Hamilton"/>
          <p:cNvSpPr/>
          <p:nvPr/>
        </p:nvSpPr>
        <p:spPr>
          <a:xfrm>
            <a:off x="8257032" y="2468880"/>
            <a:ext cx="301752" cy="274320"/>
          </a:xfrm>
          <a:prstGeom prst="roundRect">
            <a:avLst>
              <a:gd name="adj" fmla="val 16667"/>
            </a:avLst>
          </a:prstGeom>
          <a:solidFill>
            <a:schemeClr val="accent1"/>
          </a:solidFill>
          <a:ln/>
        </p:spPr>
      </p:sp>
      <p:sp>
        <p:nvSpPr>
          <p:cNvPr id="19" name="Text 17"/>
          <p:cNvSpPr txBox="1"/>
          <p:nvPr/>
        </p:nvSpPr>
        <p:spPr>
          <a:xfrm>
            <a:off x="8668512" y="2423160"/>
            <a:ext cx="548640" cy="365760"/>
          </a:xfrm>
          <a:prstGeom prst="rect">
            <a:avLst/>
          </a:prstGeom>
          <a:noFill/>
          <a:ln/>
        </p:spPr>
        <p:txBody>
          <a:bodyPr wrap="square" lIns="0" tIns="0" rIns="0" bIns="0" rtlCol="0" anchor="ctr"/>
          <a:lstStyle/>
          <a:p>
            <a:pPr marL="0" indent="0">
              <a:buNone/>
            </a:pPr>
            <a:r>
              <a:rPr lang="en-US" sz="1600" b="1" dirty="0">
                <a:solidFill>
                  <a:schemeClr val="tx1"/>
                </a:solidFill>
                <a:latin typeface="Gadugi" panose="020B0502040204020203" pitchFamily="34" charset="0"/>
                <a:ea typeface="Gadugi" panose="020B0502040204020203" pitchFamily="34" charset="0"/>
              </a:rPr>
              <a:t>1</a:t>
            </a:r>
            <a:endParaRPr lang="en-US" sz="1600" dirty="0">
              <a:latin typeface="Gadugi" panose="020B0502040204020203" pitchFamily="34" charset="0"/>
              <a:ea typeface="Gadugi" panose="020B0502040204020203" pitchFamily="34" charset="0"/>
            </a:endParaRPr>
          </a:p>
        </p:txBody>
      </p:sp>
      <p:sp>
        <p:nvSpPr>
          <p:cNvPr id="20" name="Text 18"/>
          <p:cNvSpPr txBox="1"/>
          <p:nvPr/>
        </p:nvSpPr>
        <p:spPr>
          <a:xfrm>
            <a:off x="6428232" y="2926080"/>
            <a:ext cx="1783080" cy="365760"/>
          </a:xfrm>
          <a:prstGeom prst="rect">
            <a:avLst/>
          </a:prstGeom>
          <a:noFill/>
          <a:ln/>
        </p:spPr>
        <p:txBody>
          <a:bodyPr wrap="square" lIns="0" tIns="0" rIns="0" bIns="0" rtlCol="0" anchor="ctr"/>
          <a:lstStyle/>
          <a:p>
            <a:pPr marL="0" indent="0">
              <a:buNone/>
            </a:pPr>
            <a:r>
              <a:rPr lang="en-US" sz="1600" dirty="0">
                <a:solidFill>
                  <a:schemeClr val="tx1"/>
                </a:solidFill>
                <a:latin typeface="Gadugi" panose="020B0502040204020203" pitchFamily="34" charset="0"/>
                <a:ea typeface="Gadugi" panose="020B0502040204020203" pitchFamily="34" charset="0"/>
              </a:rPr>
              <a:t>Charles Leclerc</a:t>
            </a:r>
            <a:endParaRPr lang="en-US" sz="1600" dirty="0">
              <a:latin typeface="Gadugi" panose="020B0502040204020203" pitchFamily="34" charset="0"/>
              <a:ea typeface="Gadugi" panose="020B0502040204020203" pitchFamily="34" charset="0"/>
            </a:endParaRPr>
          </a:p>
        </p:txBody>
      </p:sp>
      <p:sp>
        <p:nvSpPr>
          <p:cNvPr id="21" name="Bar Charles Leclerc"/>
          <p:cNvSpPr/>
          <p:nvPr/>
        </p:nvSpPr>
        <p:spPr>
          <a:xfrm>
            <a:off x="8257032" y="2971800"/>
            <a:ext cx="301752" cy="274320"/>
          </a:xfrm>
          <a:prstGeom prst="roundRect">
            <a:avLst>
              <a:gd name="adj" fmla="val 16667"/>
            </a:avLst>
          </a:prstGeom>
          <a:solidFill>
            <a:schemeClr val="accent1"/>
          </a:solidFill>
          <a:ln/>
        </p:spPr>
      </p:sp>
      <p:sp>
        <p:nvSpPr>
          <p:cNvPr id="22" name="Text 20"/>
          <p:cNvSpPr txBox="1"/>
          <p:nvPr/>
        </p:nvSpPr>
        <p:spPr>
          <a:xfrm>
            <a:off x="8668512" y="2926080"/>
            <a:ext cx="548640" cy="365760"/>
          </a:xfrm>
          <a:prstGeom prst="rect">
            <a:avLst/>
          </a:prstGeom>
          <a:noFill/>
          <a:ln/>
        </p:spPr>
        <p:txBody>
          <a:bodyPr wrap="square" lIns="0" tIns="0" rIns="0" bIns="0" rtlCol="0" anchor="ctr"/>
          <a:lstStyle/>
          <a:p>
            <a:pPr marL="0" indent="0">
              <a:buNone/>
            </a:pPr>
            <a:r>
              <a:rPr lang="en-US" sz="1600" b="1" dirty="0">
                <a:solidFill>
                  <a:schemeClr val="tx1"/>
                </a:solidFill>
                <a:latin typeface="Gadugi" panose="020B0502040204020203" pitchFamily="34" charset="0"/>
                <a:ea typeface="Gadugi" panose="020B0502040204020203" pitchFamily="34" charset="0"/>
              </a:rPr>
              <a:t>1</a:t>
            </a:r>
            <a:endParaRPr lang="en-US" sz="1600" dirty="0">
              <a:latin typeface="Gadugi" panose="020B0502040204020203" pitchFamily="34" charset="0"/>
              <a:ea typeface="Gadugi" panose="020B0502040204020203" pitchFamily="34" charset="0"/>
            </a:endParaRPr>
          </a:p>
        </p:txBody>
      </p:sp>
      <p:sp>
        <p:nvSpPr>
          <p:cNvPr id="23" name="Team card McLaren"/>
          <p:cNvSpPr/>
          <p:nvPr/>
        </p:nvSpPr>
        <p:spPr>
          <a:xfrm>
            <a:off x="548640" y="3749040"/>
            <a:ext cx="5440680" cy="2194560"/>
          </a:xfrm>
          <a:prstGeom prst="roundRect">
            <a:avLst>
              <a:gd name="adj" fmla="val 5000"/>
            </a:avLst>
          </a:prstGeom>
          <a:solidFill>
            <a:schemeClr val="bg2"/>
          </a:solidFill>
          <a:ln/>
        </p:spPr>
      </p:sp>
      <p:sp>
        <p:nvSpPr>
          <p:cNvPr id="24" name="Badge McLaren"/>
          <p:cNvSpPr/>
          <p:nvPr/>
        </p:nvSpPr>
        <p:spPr>
          <a:xfrm>
            <a:off x="777240" y="3977640"/>
            <a:ext cx="2286000" cy="438912"/>
          </a:xfrm>
          <a:prstGeom prst="roundRect">
            <a:avLst>
              <a:gd name="adj" fmla="val 20833"/>
            </a:avLst>
          </a:prstGeom>
          <a:solidFill>
            <a:schemeClr val="accent3"/>
          </a:solidFill>
          <a:ln/>
        </p:spPr>
      </p:sp>
      <p:sp>
        <p:nvSpPr>
          <p:cNvPr id="25" name="Text 23"/>
          <p:cNvSpPr txBox="1"/>
          <p:nvPr/>
        </p:nvSpPr>
        <p:spPr>
          <a:xfrm>
            <a:off x="777240" y="3977640"/>
            <a:ext cx="2286000" cy="438912"/>
          </a:xfrm>
          <a:prstGeom prst="rect">
            <a:avLst/>
          </a:prstGeom>
          <a:noFill/>
          <a:ln/>
        </p:spPr>
        <p:txBody>
          <a:bodyPr wrap="square" lIns="0" tIns="0" rIns="0" bIns="0" rtlCol="0" anchor="ctr"/>
          <a:lstStyle/>
          <a:p>
            <a:pPr marL="0" indent="0" algn="ctr">
              <a:buNone/>
            </a:pPr>
            <a:r>
              <a:rPr lang="en-US" sz="1600" b="1" dirty="0">
                <a:solidFill>
                  <a:schemeClr val="tx1"/>
                </a:solidFill>
                <a:latin typeface="Gadugi" panose="020B0502040204020203" pitchFamily="34" charset="0"/>
                <a:ea typeface="Gadugi" panose="020B0502040204020203" pitchFamily="34" charset="0"/>
                <a:cs typeface="Arial" pitchFamily="34" charset="-120"/>
              </a:rPr>
              <a:t>McLaren</a:t>
            </a:r>
            <a:endParaRPr lang="en-US" sz="1600" dirty="0">
              <a:latin typeface="Gadugi" panose="020B0502040204020203" pitchFamily="34" charset="0"/>
              <a:ea typeface="Gadugi" panose="020B0502040204020203" pitchFamily="34" charset="0"/>
            </a:endParaRPr>
          </a:p>
        </p:txBody>
      </p:sp>
      <p:sp>
        <p:nvSpPr>
          <p:cNvPr id="26" name="Text 24"/>
          <p:cNvSpPr txBox="1"/>
          <p:nvPr/>
        </p:nvSpPr>
        <p:spPr>
          <a:xfrm>
            <a:off x="3977640" y="3931920"/>
            <a:ext cx="1783080" cy="530352"/>
          </a:xfrm>
          <a:prstGeom prst="rect">
            <a:avLst/>
          </a:prstGeom>
          <a:noFill/>
          <a:ln/>
        </p:spPr>
        <p:txBody>
          <a:bodyPr wrap="square" lIns="0" tIns="0" rIns="0" bIns="0" rtlCol="0" anchor="ctr"/>
          <a:lstStyle/>
          <a:p>
            <a:pPr marL="0" indent="0" algn="r">
              <a:buNone/>
            </a:pPr>
            <a:r>
              <a:rPr lang="en-US" sz="2400" b="1" dirty="0">
                <a:solidFill>
                  <a:schemeClr val="tx1"/>
                </a:solidFill>
                <a:latin typeface="Gadugi" panose="020B0502040204020203" pitchFamily="34" charset="0"/>
                <a:ea typeface="Gadugi" panose="020B0502040204020203" pitchFamily="34" charset="0"/>
                <a:cs typeface="Arial" pitchFamily="34" charset="-120"/>
              </a:rPr>
              <a:t>2 wins</a:t>
            </a:r>
            <a:endParaRPr lang="en-US" sz="2400" dirty="0">
              <a:latin typeface="Gadugi" panose="020B0502040204020203" pitchFamily="34" charset="0"/>
              <a:ea typeface="Gadugi" panose="020B0502040204020203" pitchFamily="34" charset="0"/>
            </a:endParaRPr>
          </a:p>
        </p:txBody>
      </p:sp>
      <p:sp>
        <p:nvSpPr>
          <p:cNvPr id="27" name="Text 25"/>
          <p:cNvSpPr txBox="1"/>
          <p:nvPr/>
        </p:nvSpPr>
        <p:spPr>
          <a:xfrm>
            <a:off x="777240" y="4800600"/>
            <a:ext cx="1783080" cy="365760"/>
          </a:xfrm>
          <a:prstGeom prst="rect">
            <a:avLst/>
          </a:prstGeom>
          <a:noFill/>
          <a:ln/>
        </p:spPr>
        <p:txBody>
          <a:bodyPr wrap="square" lIns="0" tIns="0" rIns="0" bIns="0" rtlCol="0" anchor="ctr"/>
          <a:lstStyle/>
          <a:p>
            <a:pPr marL="0" indent="0">
              <a:buNone/>
            </a:pPr>
            <a:r>
              <a:rPr lang="en-US" sz="1600" dirty="0">
                <a:solidFill>
                  <a:schemeClr val="tx1"/>
                </a:solidFill>
                <a:latin typeface="Gadugi" panose="020B0502040204020203" pitchFamily="34" charset="0"/>
                <a:ea typeface="Gadugi" panose="020B0502040204020203" pitchFamily="34" charset="0"/>
              </a:rPr>
              <a:t>Lando Norris</a:t>
            </a:r>
            <a:endParaRPr lang="en-US" sz="1600" dirty="0">
              <a:latin typeface="Gadugi" panose="020B0502040204020203" pitchFamily="34" charset="0"/>
              <a:ea typeface="Gadugi" panose="020B0502040204020203" pitchFamily="34" charset="0"/>
            </a:endParaRPr>
          </a:p>
        </p:txBody>
      </p:sp>
      <p:sp>
        <p:nvSpPr>
          <p:cNvPr id="28" name="Bar Lando Norris"/>
          <p:cNvSpPr/>
          <p:nvPr/>
        </p:nvSpPr>
        <p:spPr>
          <a:xfrm>
            <a:off x="2606040" y="4846320"/>
            <a:ext cx="603504" cy="274320"/>
          </a:xfrm>
          <a:prstGeom prst="roundRect">
            <a:avLst>
              <a:gd name="adj" fmla="val 16667"/>
            </a:avLst>
          </a:prstGeom>
          <a:solidFill>
            <a:schemeClr val="accent3"/>
          </a:solidFill>
          <a:ln/>
        </p:spPr>
      </p:sp>
      <p:sp>
        <p:nvSpPr>
          <p:cNvPr id="29" name="Text 27"/>
          <p:cNvSpPr txBox="1"/>
          <p:nvPr/>
        </p:nvSpPr>
        <p:spPr>
          <a:xfrm>
            <a:off x="3319272" y="4800600"/>
            <a:ext cx="548640" cy="365760"/>
          </a:xfrm>
          <a:prstGeom prst="rect">
            <a:avLst/>
          </a:prstGeom>
          <a:noFill/>
          <a:ln/>
        </p:spPr>
        <p:txBody>
          <a:bodyPr wrap="square" lIns="0" tIns="0" rIns="0" bIns="0" rtlCol="0" anchor="ctr"/>
          <a:lstStyle/>
          <a:p>
            <a:pPr marL="0" indent="0">
              <a:buNone/>
            </a:pPr>
            <a:r>
              <a:rPr lang="en-US" sz="1600" b="1" dirty="0">
                <a:solidFill>
                  <a:schemeClr val="tx1"/>
                </a:solidFill>
                <a:latin typeface="Gadugi" panose="020B0502040204020203" pitchFamily="34" charset="0"/>
                <a:ea typeface="Gadugi" panose="020B0502040204020203" pitchFamily="34" charset="0"/>
              </a:rPr>
              <a:t>2</a:t>
            </a:r>
            <a:endParaRPr lang="en-US" sz="1600" dirty="0">
              <a:latin typeface="Gadugi" panose="020B0502040204020203" pitchFamily="34" charset="0"/>
              <a:ea typeface="Gadugi" panose="020B0502040204020203" pitchFamily="34" charset="0"/>
            </a:endParaRPr>
          </a:p>
        </p:txBody>
      </p:sp>
      <p:sp>
        <p:nvSpPr>
          <p:cNvPr id="30" name="Team card Red Bull Racing"/>
          <p:cNvSpPr/>
          <p:nvPr/>
        </p:nvSpPr>
        <p:spPr>
          <a:xfrm>
            <a:off x="6199632" y="3749040"/>
            <a:ext cx="5440680" cy="2194560"/>
          </a:xfrm>
          <a:prstGeom prst="roundRect">
            <a:avLst>
              <a:gd name="adj" fmla="val 5000"/>
            </a:avLst>
          </a:prstGeom>
          <a:solidFill>
            <a:schemeClr val="bg2"/>
          </a:solidFill>
          <a:ln/>
        </p:spPr>
      </p:sp>
      <p:sp>
        <p:nvSpPr>
          <p:cNvPr id="31" name="Badge Red Bull Racing"/>
          <p:cNvSpPr/>
          <p:nvPr/>
        </p:nvSpPr>
        <p:spPr>
          <a:xfrm>
            <a:off x="6428232" y="3977640"/>
            <a:ext cx="2286000" cy="438912"/>
          </a:xfrm>
          <a:prstGeom prst="roundRect">
            <a:avLst>
              <a:gd name="adj" fmla="val 20833"/>
            </a:avLst>
          </a:prstGeom>
          <a:solidFill>
            <a:schemeClr val="accent4"/>
          </a:solidFill>
          <a:ln/>
        </p:spPr>
      </p:sp>
      <p:sp>
        <p:nvSpPr>
          <p:cNvPr id="32" name="Text 30"/>
          <p:cNvSpPr txBox="1"/>
          <p:nvPr/>
        </p:nvSpPr>
        <p:spPr>
          <a:xfrm>
            <a:off x="6428232" y="3977640"/>
            <a:ext cx="2286000" cy="438912"/>
          </a:xfrm>
          <a:prstGeom prst="rect">
            <a:avLst/>
          </a:prstGeom>
          <a:noFill/>
          <a:ln/>
        </p:spPr>
        <p:txBody>
          <a:bodyPr wrap="square" lIns="0" tIns="0" rIns="0" bIns="0" rtlCol="0" anchor="ctr"/>
          <a:lstStyle/>
          <a:p>
            <a:pPr marL="0" indent="0" algn="ctr">
              <a:buNone/>
            </a:pPr>
            <a:r>
              <a:rPr lang="en-US" sz="1600" b="1" dirty="0">
                <a:solidFill>
                  <a:schemeClr val="bg1"/>
                </a:solidFill>
                <a:latin typeface="Gadugi" panose="020B0502040204020203" pitchFamily="34" charset="0"/>
                <a:ea typeface="Gadugi" panose="020B0502040204020203" pitchFamily="34" charset="0"/>
                <a:cs typeface="Arial" pitchFamily="34" charset="-120"/>
              </a:rPr>
              <a:t>Red Bull Racing</a:t>
            </a:r>
            <a:endParaRPr lang="en-US" sz="1600" dirty="0">
              <a:latin typeface="Gadugi" panose="020B0502040204020203" pitchFamily="34" charset="0"/>
              <a:ea typeface="Gadugi" panose="020B0502040204020203" pitchFamily="34" charset="0"/>
            </a:endParaRPr>
          </a:p>
        </p:txBody>
      </p:sp>
      <p:sp>
        <p:nvSpPr>
          <p:cNvPr id="33" name="Text 31"/>
          <p:cNvSpPr txBox="1"/>
          <p:nvPr/>
        </p:nvSpPr>
        <p:spPr>
          <a:xfrm>
            <a:off x="9628632" y="3931920"/>
            <a:ext cx="1783080" cy="530352"/>
          </a:xfrm>
          <a:prstGeom prst="rect">
            <a:avLst/>
          </a:prstGeom>
          <a:noFill/>
          <a:ln/>
        </p:spPr>
        <p:txBody>
          <a:bodyPr wrap="square" lIns="0" tIns="0" rIns="0" bIns="0" rtlCol="0" anchor="ctr"/>
          <a:lstStyle/>
          <a:p>
            <a:pPr marL="0" indent="0" algn="r">
              <a:buNone/>
            </a:pPr>
            <a:r>
              <a:rPr lang="en-US" sz="2400" b="1" dirty="0">
                <a:solidFill>
                  <a:schemeClr val="tx1"/>
                </a:solidFill>
                <a:latin typeface="Gadugi" panose="020B0502040204020203" pitchFamily="34" charset="0"/>
                <a:ea typeface="Gadugi" panose="020B0502040204020203" pitchFamily="34" charset="0"/>
                <a:cs typeface="Arial" pitchFamily="34" charset="-120"/>
              </a:rPr>
              <a:t>2 wins</a:t>
            </a:r>
            <a:endParaRPr lang="en-US" sz="2400" dirty="0">
              <a:latin typeface="Gadugi" panose="020B0502040204020203" pitchFamily="34" charset="0"/>
              <a:ea typeface="Gadugi" panose="020B0502040204020203" pitchFamily="34" charset="0"/>
            </a:endParaRPr>
          </a:p>
        </p:txBody>
      </p:sp>
      <p:sp>
        <p:nvSpPr>
          <p:cNvPr id="34" name="Text 32"/>
          <p:cNvSpPr txBox="1"/>
          <p:nvPr/>
        </p:nvSpPr>
        <p:spPr>
          <a:xfrm>
            <a:off x="6428232" y="4800600"/>
            <a:ext cx="1783080" cy="365760"/>
          </a:xfrm>
          <a:prstGeom prst="rect">
            <a:avLst/>
          </a:prstGeom>
          <a:noFill/>
          <a:ln/>
        </p:spPr>
        <p:txBody>
          <a:bodyPr wrap="square" lIns="0" tIns="0" rIns="0" bIns="0" rtlCol="0" anchor="ctr"/>
          <a:lstStyle/>
          <a:p>
            <a:pPr marL="0" indent="0">
              <a:buNone/>
            </a:pPr>
            <a:r>
              <a:rPr lang="en-US" sz="1600" dirty="0">
                <a:solidFill>
                  <a:schemeClr val="tx1"/>
                </a:solidFill>
                <a:latin typeface="Gadugi" panose="020B0502040204020203" pitchFamily="34" charset="0"/>
                <a:ea typeface="Gadugi" panose="020B0502040204020203" pitchFamily="34" charset="0"/>
              </a:rPr>
              <a:t>Max Verstappen</a:t>
            </a:r>
            <a:endParaRPr lang="en-US" sz="1600" dirty="0">
              <a:latin typeface="Gadugi" panose="020B0502040204020203" pitchFamily="34" charset="0"/>
              <a:ea typeface="Gadugi" panose="020B0502040204020203" pitchFamily="34" charset="0"/>
            </a:endParaRPr>
          </a:p>
        </p:txBody>
      </p:sp>
      <p:sp>
        <p:nvSpPr>
          <p:cNvPr id="35" name="Bar Max Verstappen"/>
          <p:cNvSpPr/>
          <p:nvPr/>
        </p:nvSpPr>
        <p:spPr>
          <a:xfrm>
            <a:off x="8257032" y="4846320"/>
            <a:ext cx="603504" cy="274320"/>
          </a:xfrm>
          <a:prstGeom prst="roundRect">
            <a:avLst>
              <a:gd name="adj" fmla="val 16667"/>
            </a:avLst>
          </a:prstGeom>
          <a:solidFill>
            <a:schemeClr val="accent4"/>
          </a:solidFill>
          <a:ln/>
        </p:spPr>
      </p:sp>
      <p:sp>
        <p:nvSpPr>
          <p:cNvPr id="36" name="Text 34"/>
          <p:cNvSpPr txBox="1"/>
          <p:nvPr/>
        </p:nvSpPr>
        <p:spPr>
          <a:xfrm>
            <a:off x="8970264" y="4800600"/>
            <a:ext cx="548640" cy="365760"/>
          </a:xfrm>
          <a:prstGeom prst="rect">
            <a:avLst/>
          </a:prstGeom>
          <a:noFill/>
          <a:ln/>
        </p:spPr>
        <p:txBody>
          <a:bodyPr wrap="square" lIns="0" tIns="0" rIns="0" bIns="0" rtlCol="0" anchor="ctr"/>
          <a:lstStyle/>
          <a:p>
            <a:pPr marL="0" indent="0">
              <a:buNone/>
            </a:pPr>
            <a:r>
              <a:rPr lang="en-US" sz="1600" b="1" dirty="0">
                <a:solidFill>
                  <a:schemeClr val="tx1"/>
                </a:solidFill>
                <a:latin typeface="Gadugi" panose="020B0502040204020203" pitchFamily="34" charset="0"/>
                <a:ea typeface="Gadugi" panose="020B0502040204020203" pitchFamily="34" charset="0"/>
              </a:rPr>
              <a:t>2</a:t>
            </a:r>
            <a:endParaRPr lang="en-US" sz="1600" dirty="0">
              <a:latin typeface="Gadugi" panose="020B0502040204020203" pitchFamily="34" charset="0"/>
              <a:ea typeface="Gadugi" panose="020B0502040204020203" pitchFamily="34" charset="0"/>
            </a:endParaRPr>
          </a:p>
        </p:txBody>
      </p:sp>
      <p:sp>
        <p:nvSpPr>
          <p:cNvPr id="37"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latin typeface="Gadugi" panose="020B0502040204020203" pitchFamily="34" charset="0"/>
                <a:ea typeface="Gadugi" panose="020B0502040204020203" pitchFamily="34" charset="0"/>
              </a:rPr>
              <a:t>7</a:t>
            </a:fld>
            <a:endParaRPr lang="en-US">
              <a:latin typeface="Gadugi" panose="020B0502040204020203" pitchFamily="34" charset="0"/>
              <a:ea typeface="Gadugi" panose="020B0502040204020203"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latin typeface="Gadugi" panose="020B0502040204020203" pitchFamily="34" charset="0"/>
                <a:ea typeface="Gadugi" panose="020B0502040204020203" pitchFamily="34" charset="0"/>
              </a:rPr>
              <a:t>Race-by-race results</a:t>
            </a:r>
            <a:endParaRPr lang="en-US" sz="3400" dirty="0">
              <a:latin typeface="Gadugi" panose="020B0502040204020203" pitchFamily="34" charset="0"/>
              <a:ea typeface="Gadugi" panose="020B0502040204020203" pitchFamily="34" charset="0"/>
            </a:endParaRPr>
          </a:p>
        </p:txBody>
      </p:sp>
      <p:graphicFrame>
        <p:nvGraphicFramePr>
          <p:cNvPr id="9" name="Results R1-R10"/>
          <p:cNvGraphicFramePr>
            <a:graphicFrameLocks noGrp="1"/>
          </p:cNvGraphicFramePr>
          <p:nvPr>
            <p:extLst>
              <p:ext uri="{D42A27DB-BD31-4B8C-83A1-F6EECF244321}">
                <p14:modId xmlns:p14="http://schemas.microsoft.com/office/powerpoint/2010/main" val="1579011935"/>
              </p:ext>
            </p:extLst>
          </p:nvPr>
        </p:nvGraphicFramePr>
        <p:xfrm>
          <a:off x="548640" y="1371600"/>
          <a:ext cx="5422392" cy="4325112"/>
        </p:xfrm>
        <a:graphic>
          <a:graphicData uri="http://schemas.openxmlformats.org/drawingml/2006/table">
            <a:tbl>
              <a:tblPr/>
              <a:tblGrid>
                <a:gridCol w="54864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713232">
                  <a:extLst>
                    <a:ext uri="{9D8B030D-6E8A-4147-A177-3AD203B41FA5}">
                      <a16:colId xmlns:a16="http://schemas.microsoft.com/office/drawing/2014/main" val="20003"/>
                    </a:ext>
                  </a:extLst>
                </a:gridCol>
              </a:tblGrid>
              <a:tr h="393192">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Rd</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Grand Prix</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Winner</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Laps</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93192">
                <a:tc>
                  <a:txBody>
                    <a:bodyPr/>
                    <a:lstStyle/>
                    <a:p>
                      <a:pPr marL="0" indent="0" algn="ctr">
                        <a:buNone/>
                      </a:pPr>
                      <a:r>
                        <a:rPr lang="en-US" sz="1400" b="1" dirty="0">
                          <a:solidFill>
                            <a:schemeClr val="tx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accent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Australian</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George Russell</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58</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1"/>
                  </a:ext>
                </a:extLst>
              </a:tr>
              <a:tr h="393192">
                <a:tc>
                  <a:txBody>
                    <a:bodyPr/>
                    <a:lstStyle/>
                    <a:p>
                      <a:pPr marL="0" indent="0" algn="ctr">
                        <a:buNone/>
                      </a:pPr>
                      <a:r>
                        <a:rPr lang="en-US" sz="1400" b="1" dirty="0">
                          <a:solidFill>
                            <a:schemeClr val="tx1"/>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accent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Chinese</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Kimi Antonelli</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56</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2"/>
                  </a:ext>
                </a:extLst>
              </a:tr>
              <a:tr h="393192">
                <a:tc>
                  <a:txBody>
                    <a:bodyPr/>
                    <a:lstStyle/>
                    <a:p>
                      <a:pPr marL="0" indent="0" algn="ctr">
                        <a:buNone/>
                      </a:pPr>
                      <a:r>
                        <a:rPr lang="en-US" sz="1400" b="1" dirty="0">
                          <a:solidFill>
                            <a:schemeClr val="tx1"/>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accent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Japanese</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Kimi Antonelli</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53</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3"/>
                  </a:ext>
                </a:extLst>
              </a:tr>
              <a:tr h="393192">
                <a:tc>
                  <a:txBody>
                    <a:bodyPr/>
                    <a:lstStyle/>
                    <a:p>
                      <a:pPr marL="0" indent="0" algn="ctr">
                        <a:buNone/>
                      </a:pPr>
                      <a:r>
                        <a:rPr lang="en-US" sz="1400" b="1" dirty="0">
                          <a:solidFill>
                            <a:schemeClr val="tx2"/>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Saudi Arabian</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i="1" dirty="0">
                          <a:solidFill>
                            <a:schemeClr val="tx2"/>
                          </a:solidFill>
                          <a:latin typeface="Calibri" pitchFamily="34" charset="0"/>
                          <a:ea typeface="Calibri" pitchFamily="34" charset="-122"/>
                          <a:cs typeface="Calibri" pitchFamily="34" charset="-120"/>
                        </a:rPr>
                        <a:t>Cancelled</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4"/>
                  </a:ext>
                </a:extLst>
              </a:tr>
              <a:tr h="393192">
                <a:tc>
                  <a:txBody>
                    <a:bodyPr/>
                    <a:lstStyle/>
                    <a:p>
                      <a:pPr marL="0" indent="0" algn="ctr">
                        <a:buNone/>
                      </a:pPr>
                      <a:r>
                        <a:rPr lang="en-US" sz="1400" b="1" dirty="0">
                          <a:solidFill>
                            <a:schemeClr val="tx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accent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Miami</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Kimi Antonelli</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57</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5"/>
                  </a:ext>
                </a:extLst>
              </a:tr>
              <a:tr h="393192">
                <a:tc>
                  <a:txBody>
                    <a:bodyPr/>
                    <a:lstStyle/>
                    <a:p>
                      <a:pPr marL="0" indent="0" algn="ctr">
                        <a:buNone/>
                      </a:pPr>
                      <a:r>
                        <a:rPr lang="en-US" sz="1400" b="1" dirty="0">
                          <a:solidFill>
                            <a:schemeClr val="tx1"/>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accent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Canadian</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Kimi Antonelli</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68</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6"/>
                  </a:ext>
                </a:extLst>
              </a:tr>
              <a:tr h="393192">
                <a:tc>
                  <a:txBody>
                    <a:bodyPr/>
                    <a:lstStyle/>
                    <a:p>
                      <a:pPr marL="0" indent="0" algn="ctr">
                        <a:buNone/>
                      </a:pPr>
                      <a:r>
                        <a:rPr lang="en-US" sz="1400" b="1" dirty="0">
                          <a:solidFill>
                            <a:schemeClr val="tx1"/>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accent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Monaco</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Kimi Antonelli</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78</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7"/>
                  </a:ext>
                </a:extLst>
              </a:tr>
              <a:tr h="393192">
                <a:tc>
                  <a:txBody>
                    <a:bodyPr/>
                    <a:lstStyle/>
                    <a:p>
                      <a:pPr marL="0" indent="0" algn="ctr">
                        <a:buNone/>
                      </a:pPr>
                      <a:r>
                        <a:rPr lang="en-US" sz="1400" b="1" dirty="0">
                          <a:solidFill>
                            <a:schemeClr val="bg1"/>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accent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Barcelona-Catalunya</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Lewis Hamilton</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66</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8"/>
                  </a:ext>
                </a:extLst>
              </a:tr>
              <a:tr h="393192">
                <a:tc>
                  <a:txBody>
                    <a:bodyPr/>
                    <a:lstStyle/>
                    <a:p>
                      <a:pPr marL="0" indent="0" algn="ctr">
                        <a:buNone/>
                      </a:pPr>
                      <a:r>
                        <a:rPr lang="en-US" sz="1400" b="1" dirty="0">
                          <a:solidFill>
                            <a:schemeClr val="tx1"/>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accent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Austrian</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George Russell</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71</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9"/>
                  </a:ext>
                </a:extLst>
              </a:tr>
              <a:tr h="393192">
                <a:tc>
                  <a:txBody>
                    <a:bodyPr/>
                    <a:lstStyle/>
                    <a:p>
                      <a:pPr marL="0" indent="0" algn="ctr">
                        <a:buNone/>
                      </a:pPr>
                      <a:r>
                        <a:rPr lang="en-US" sz="1400" b="1" dirty="0">
                          <a:solidFill>
                            <a:schemeClr val="bg1"/>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accent1"/>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British</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Charles Leclerc</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52</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graphicFrame>
        <p:nvGraphicFramePr>
          <p:cNvPr id="17" name="Results R11-R19"/>
          <p:cNvGraphicFramePr>
            <a:graphicFrameLocks noGrp="1"/>
          </p:cNvGraphicFramePr>
          <p:nvPr>
            <p:extLst>
              <p:ext uri="{D42A27DB-BD31-4B8C-83A1-F6EECF244321}">
                <p14:modId xmlns:p14="http://schemas.microsoft.com/office/powerpoint/2010/main" val="1579011935"/>
              </p:ext>
            </p:extLst>
          </p:nvPr>
        </p:nvGraphicFramePr>
        <p:xfrm>
          <a:off x="6217920" y="1371600"/>
          <a:ext cx="5422392" cy="3931920"/>
        </p:xfrm>
        <a:graphic>
          <a:graphicData uri="http://schemas.openxmlformats.org/drawingml/2006/table">
            <a:tbl>
              <a:tblPr/>
              <a:tblGrid>
                <a:gridCol w="54864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713232">
                  <a:extLst>
                    <a:ext uri="{9D8B030D-6E8A-4147-A177-3AD203B41FA5}">
                      <a16:colId xmlns:a16="http://schemas.microsoft.com/office/drawing/2014/main" val="20003"/>
                    </a:ext>
                  </a:extLst>
                </a:gridCol>
              </a:tblGrid>
              <a:tr h="393192">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Rd</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Grand Prix</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Winner</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Laps</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93192">
                <a:tc>
                  <a:txBody>
                    <a:bodyPr/>
                    <a:lstStyle/>
                    <a:p>
                      <a:pPr marL="0" indent="0" algn="ctr">
                        <a:buNone/>
                      </a:pPr>
                      <a:r>
                        <a:rPr lang="en-US" sz="1400" b="1" dirty="0">
                          <a:solidFill>
                            <a:schemeClr val="tx1"/>
                          </a:solidFill>
                          <a:latin typeface="Calibri" pitchFamily="34" charset="0"/>
                          <a:ea typeface="Calibri" pitchFamily="34" charset="-122"/>
                          <a:cs typeface="Calibri" pitchFamily="34" charset="-120"/>
                        </a:rPr>
                        <a:t>11</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accent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Belgian</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Kimi Antonelli</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44</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1"/>
                  </a:ext>
                </a:extLst>
              </a:tr>
              <a:tr h="393192">
                <a:tc>
                  <a:txBody>
                    <a:bodyPr/>
                    <a:lstStyle/>
                    <a:p>
                      <a:pPr marL="0" indent="0" algn="ctr">
                        <a:buNone/>
                      </a:pPr>
                      <a:r>
                        <a:rPr lang="en-US" sz="1400" b="1" dirty="0">
                          <a:solidFill>
                            <a:schemeClr val="tx1"/>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accent3"/>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Hungarian</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Lando Norris</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70</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2"/>
                  </a:ext>
                </a:extLst>
              </a:tr>
              <a:tr h="393192">
                <a:tc>
                  <a:txBody>
                    <a:bodyPr/>
                    <a:lstStyle/>
                    <a:p>
                      <a:pPr marL="0" indent="0" algn="ctr">
                        <a:buNone/>
                      </a:pPr>
                      <a:r>
                        <a:rPr lang="en-US" sz="1400" b="1" dirty="0">
                          <a:solidFill>
                            <a:schemeClr val="tx1"/>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accent3"/>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Dutch</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Lando Norris</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72</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3"/>
                  </a:ext>
                </a:extLst>
              </a:tr>
              <a:tr h="393192">
                <a:tc>
                  <a:txBody>
                    <a:bodyPr/>
                    <a:lstStyle/>
                    <a:p>
                      <a:pPr marL="0" indent="0" algn="ctr">
                        <a:buNone/>
                      </a:pPr>
                      <a:r>
                        <a:rPr lang="en-US" sz="1400" b="1" dirty="0">
                          <a:solidFill>
                            <a:schemeClr val="tx1"/>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accent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Italian</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Kimi Antonelli</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53</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4"/>
                  </a:ext>
                </a:extLst>
              </a:tr>
              <a:tr h="393192">
                <a:tc>
                  <a:txBody>
                    <a:bodyPr/>
                    <a:lstStyle/>
                    <a:p>
                      <a:pPr marL="0" indent="0" algn="ctr">
                        <a:buNone/>
                      </a:pPr>
                      <a:r>
                        <a:rPr lang="en-US" sz="1400" b="1" dirty="0">
                          <a:solidFill>
                            <a:schemeClr val="tx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accent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Spanish</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Kimi Antonelli</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57</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5"/>
                  </a:ext>
                </a:extLst>
              </a:tr>
              <a:tr h="393192">
                <a:tc>
                  <a:txBody>
                    <a:bodyPr/>
                    <a:lstStyle/>
                    <a:p>
                      <a:pPr marL="0" indent="0" algn="ctr">
                        <a:buNone/>
                      </a:pPr>
                      <a:r>
                        <a:rPr lang="en-US" sz="1400" b="1" dirty="0">
                          <a:solidFill>
                            <a:schemeClr val="tx1"/>
                          </a:solidFill>
                          <a:latin typeface="Calibri" pitchFamily="34" charset="0"/>
                          <a:ea typeface="Calibri" pitchFamily="34" charset="-122"/>
                          <a:cs typeface="Calibri" pitchFamily="34" charset="-120"/>
                        </a:rPr>
                        <a:t>16</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accent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Azerbaijan</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George Russell</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51</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6"/>
                  </a:ext>
                </a:extLst>
              </a:tr>
              <a:tr h="393192">
                <a:tc>
                  <a:txBody>
                    <a:bodyPr/>
                    <a:lstStyle/>
                    <a:p>
                      <a:pPr marL="0" indent="0" algn="ctr">
                        <a:buNone/>
                      </a:pPr>
                      <a:r>
                        <a:rPr lang="en-US" sz="1400" b="1" dirty="0">
                          <a:solidFill>
                            <a:schemeClr val="bg1"/>
                          </a:solidFill>
                          <a:latin typeface="Calibri" pitchFamily="34" charset="0"/>
                          <a:ea typeface="Calibri" pitchFamily="34" charset="-122"/>
                          <a:cs typeface="Calibri" pitchFamily="34" charset="-120"/>
                        </a:rPr>
                        <a:t>17</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accent4"/>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Bahrain</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Max Verstappen</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57</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7"/>
                  </a:ext>
                </a:extLst>
              </a:tr>
              <a:tr h="393192">
                <a:tc>
                  <a:txBody>
                    <a:bodyPr/>
                    <a:lstStyle/>
                    <a:p>
                      <a:pPr marL="0" indent="0" algn="ctr">
                        <a:buNone/>
                      </a:pPr>
                      <a:r>
                        <a:rPr lang="en-US" sz="1400" b="1" dirty="0">
                          <a:solidFill>
                            <a:schemeClr val="bg1"/>
                          </a:solidFill>
                          <a:latin typeface="Calibri" pitchFamily="34" charset="0"/>
                          <a:ea typeface="Calibri" pitchFamily="34" charset="-122"/>
                          <a:cs typeface="Calibri" pitchFamily="34" charset="-120"/>
                        </a:rPr>
                        <a:t>18</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accent4"/>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Singapore</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Max Verstappen</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61</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8"/>
                  </a:ext>
                </a:extLst>
              </a:tr>
              <a:tr h="393192">
                <a:tc>
                  <a:txBody>
                    <a:bodyPr/>
                    <a:lstStyle/>
                    <a:p>
                      <a:pPr marL="0" indent="0" algn="ctr">
                        <a:buNone/>
                      </a:pPr>
                      <a:r>
                        <a:rPr lang="en-US" sz="1400" b="1" dirty="0">
                          <a:solidFill>
                            <a:schemeClr val="tx1"/>
                          </a:solidFill>
                          <a:latin typeface="Calibri" pitchFamily="34" charset="0"/>
                          <a:ea typeface="Calibri" pitchFamily="34" charset="-122"/>
                          <a:cs typeface="Calibri" pitchFamily="34" charset="-120"/>
                        </a:rPr>
                        <a:t>19</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accent2"/>
                    </a:solidFill>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United States</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Kimi Antonelli</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56</a:t>
                      </a:r>
                      <a:endParaRPr lang="en-US" sz="1400" dirty="0">
                        <a:latin typeface="Calibri" charset="0"/>
                        <a:ea typeface="Calibri" charset="0"/>
                        <a:cs typeface="Calibri" charset="0"/>
                      </a:endParaRPr>
                    </a:p>
                  </a:txBody>
                  <a:tcPr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5" name="Legend Mercedes"/>
          <p:cNvSpPr/>
          <p:nvPr/>
        </p:nvSpPr>
        <p:spPr>
          <a:xfrm>
            <a:off x="6217920" y="5577840"/>
            <a:ext cx="201168" cy="201168"/>
          </a:xfrm>
          <a:prstGeom prst="roundRect">
            <a:avLst>
              <a:gd name="adj" fmla="val 18182"/>
            </a:avLst>
          </a:prstGeom>
          <a:solidFill>
            <a:schemeClr val="accent2"/>
          </a:solidFill>
          <a:ln/>
        </p:spPr>
      </p:sp>
      <p:sp>
        <p:nvSpPr>
          <p:cNvPr id="6" name="Text 2"/>
          <p:cNvSpPr txBox="1"/>
          <p:nvPr/>
        </p:nvSpPr>
        <p:spPr>
          <a:xfrm>
            <a:off x="6492240" y="5541264"/>
            <a:ext cx="1188720" cy="274320"/>
          </a:xfrm>
          <a:prstGeom prst="rect">
            <a:avLst/>
          </a:prstGeom>
          <a:noFill/>
          <a:ln/>
        </p:spPr>
        <p:txBody>
          <a:bodyPr wrap="square" lIns="0" tIns="0" rIns="0" bIns="0" rtlCol="0" anchor="ctr"/>
          <a:lstStyle/>
          <a:p>
            <a:pPr marL="0" indent="0">
              <a:buNone/>
            </a:pPr>
            <a:r>
              <a:rPr lang="en-US" sz="1200" dirty="0">
                <a:solidFill>
                  <a:schemeClr val="tx1"/>
                </a:solidFill>
                <a:latin typeface="Gadugi" panose="020B0502040204020203" pitchFamily="34" charset="0"/>
                <a:ea typeface="Gadugi" panose="020B0502040204020203" pitchFamily="34" charset="0"/>
              </a:rPr>
              <a:t>Mercedes</a:t>
            </a:r>
            <a:endParaRPr lang="en-US" sz="1200" dirty="0">
              <a:latin typeface="Gadugi" panose="020B0502040204020203" pitchFamily="34" charset="0"/>
              <a:ea typeface="Gadugi" panose="020B0502040204020203" pitchFamily="34" charset="0"/>
            </a:endParaRPr>
          </a:p>
        </p:txBody>
      </p:sp>
      <p:sp>
        <p:nvSpPr>
          <p:cNvPr id="7" name="Legend Ferrari"/>
          <p:cNvSpPr/>
          <p:nvPr/>
        </p:nvSpPr>
        <p:spPr>
          <a:xfrm>
            <a:off x="7498080" y="5577840"/>
            <a:ext cx="201168" cy="201168"/>
          </a:xfrm>
          <a:prstGeom prst="roundRect">
            <a:avLst>
              <a:gd name="adj" fmla="val 18182"/>
            </a:avLst>
          </a:prstGeom>
          <a:solidFill>
            <a:schemeClr val="accent1"/>
          </a:solidFill>
          <a:ln/>
        </p:spPr>
      </p:sp>
      <p:sp>
        <p:nvSpPr>
          <p:cNvPr id="8" name="Text 4"/>
          <p:cNvSpPr txBox="1"/>
          <p:nvPr/>
        </p:nvSpPr>
        <p:spPr>
          <a:xfrm>
            <a:off x="7772400" y="5541264"/>
            <a:ext cx="1188720" cy="274320"/>
          </a:xfrm>
          <a:prstGeom prst="rect">
            <a:avLst/>
          </a:prstGeom>
          <a:noFill/>
          <a:ln/>
        </p:spPr>
        <p:txBody>
          <a:bodyPr wrap="square" lIns="0" tIns="0" rIns="0" bIns="0" rtlCol="0" anchor="ctr"/>
          <a:lstStyle/>
          <a:p>
            <a:pPr marL="0" indent="0">
              <a:buNone/>
            </a:pPr>
            <a:r>
              <a:rPr lang="en-US" sz="1200" dirty="0">
                <a:solidFill>
                  <a:schemeClr val="tx1"/>
                </a:solidFill>
                <a:latin typeface="Gadugi" panose="020B0502040204020203" pitchFamily="34" charset="0"/>
                <a:ea typeface="Gadugi" panose="020B0502040204020203" pitchFamily="34" charset="0"/>
              </a:rPr>
              <a:t>Ferrari</a:t>
            </a:r>
            <a:endParaRPr lang="en-US" sz="1200" dirty="0">
              <a:latin typeface="Gadugi" panose="020B0502040204020203" pitchFamily="34" charset="0"/>
              <a:ea typeface="Gadugi" panose="020B0502040204020203" pitchFamily="34" charset="0"/>
            </a:endParaRPr>
          </a:p>
        </p:txBody>
      </p:sp>
      <p:sp>
        <p:nvSpPr>
          <p:cNvPr id="3" name="Legend McLaren"/>
          <p:cNvSpPr/>
          <p:nvPr/>
        </p:nvSpPr>
        <p:spPr>
          <a:xfrm>
            <a:off x="8778240" y="5577840"/>
            <a:ext cx="201168" cy="201168"/>
          </a:xfrm>
          <a:prstGeom prst="roundRect">
            <a:avLst>
              <a:gd name="adj" fmla="val 18182"/>
            </a:avLst>
          </a:prstGeom>
          <a:solidFill>
            <a:schemeClr val="accent3"/>
          </a:solidFill>
          <a:ln/>
        </p:spPr>
      </p:sp>
      <p:sp>
        <p:nvSpPr>
          <p:cNvPr id="10" name="Text 6"/>
          <p:cNvSpPr txBox="1"/>
          <p:nvPr/>
        </p:nvSpPr>
        <p:spPr>
          <a:xfrm>
            <a:off x="9052560" y="5541264"/>
            <a:ext cx="1188720" cy="274320"/>
          </a:xfrm>
          <a:prstGeom prst="rect">
            <a:avLst/>
          </a:prstGeom>
          <a:noFill/>
          <a:ln/>
        </p:spPr>
        <p:txBody>
          <a:bodyPr wrap="square" lIns="0" tIns="0" rIns="0" bIns="0" rtlCol="0" anchor="ctr"/>
          <a:lstStyle/>
          <a:p>
            <a:pPr marL="0" indent="0">
              <a:buNone/>
            </a:pPr>
            <a:r>
              <a:rPr lang="en-US" sz="1200" dirty="0">
                <a:solidFill>
                  <a:schemeClr val="tx1"/>
                </a:solidFill>
                <a:latin typeface="Gadugi" panose="020B0502040204020203" pitchFamily="34" charset="0"/>
                <a:ea typeface="Gadugi" panose="020B0502040204020203" pitchFamily="34" charset="0"/>
              </a:rPr>
              <a:t>McLaren</a:t>
            </a:r>
            <a:endParaRPr lang="en-US" sz="1200" dirty="0">
              <a:latin typeface="Gadugi" panose="020B0502040204020203" pitchFamily="34" charset="0"/>
              <a:ea typeface="Gadugi" panose="020B0502040204020203" pitchFamily="34" charset="0"/>
            </a:endParaRPr>
          </a:p>
        </p:txBody>
      </p:sp>
      <p:sp>
        <p:nvSpPr>
          <p:cNvPr id="11" name="Legend Red Bull Racing"/>
          <p:cNvSpPr/>
          <p:nvPr/>
        </p:nvSpPr>
        <p:spPr>
          <a:xfrm>
            <a:off x="10058400" y="5577840"/>
            <a:ext cx="201168" cy="201168"/>
          </a:xfrm>
          <a:prstGeom prst="roundRect">
            <a:avLst>
              <a:gd name="adj" fmla="val 18182"/>
            </a:avLst>
          </a:prstGeom>
          <a:solidFill>
            <a:schemeClr val="accent4"/>
          </a:solidFill>
          <a:ln/>
        </p:spPr>
      </p:sp>
      <p:sp>
        <p:nvSpPr>
          <p:cNvPr id="12" name="Text 8"/>
          <p:cNvSpPr txBox="1"/>
          <p:nvPr/>
        </p:nvSpPr>
        <p:spPr>
          <a:xfrm>
            <a:off x="10332720" y="5541264"/>
            <a:ext cx="1188720" cy="274320"/>
          </a:xfrm>
          <a:prstGeom prst="rect">
            <a:avLst/>
          </a:prstGeom>
          <a:noFill/>
          <a:ln/>
        </p:spPr>
        <p:txBody>
          <a:bodyPr wrap="square" lIns="0" tIns="0" rIns="0" bIns="0" rtlCol="0" anchor="ctr"/>
          <a:lstStyle/>
          <a:p>
            <a:pPr marL="0" indent="0">
              <a:buNone/>
            </a:pPr>
            <a:r>
              <a:rPr lang="en-US" sz="1200" dirty="0">
                <a:solidFill>
                  <a:schemeClr val="tx1"/>
                </a:solidFill>
                <a:latin typeface="Gadugi" panose="020B0502040204020203" pitchFamily="34" charset="0"/>
                <a:ea typeface="Gadugi" panose="020B0502040204020203" pitchFamily="34" charset="0"/>
              </a:rPr>
              <a:t>Red Bull Racing</a:t>
            </a:r>
            <a:endParaRPr lang="en-US" sz="1200" dirty="0">
              <a:latin typeface="Gadugi" panose="020B0502040204020203" pitchFamily="34" charset="0"/>
              <a:ea typeface="Gadugi" panose="020B0502040204020203" pitchFamily="34" charset="0"/>
            </a:endParaRPr>
          </a:p>
        </p:txBody>
      </p:sp>
      <p:sp>
        <p:nvSpPr>
          <p:cNvPr id="13" name="Text 9"/>
          <p:cNvSpPr txBox="1"/>
          <p:nvPr/>
        </p:nvSpPr>
        <p:spPr>
          <a:xfrm>
            <a:off x="6217920" y="5943600"/>
            <a:ext cx="5422392" cy="274320"/>
          </a:xfrm>
          <a:prstGeom prst="rect">
            <a:avLst/>
          </a:prstGeom>
          <a:noFill/>
          <a:ln/>
        </p:spPr>
        <p:txBody>
          <a:bodyPr wrap="square" lIns="0" tIns="0" rIns="0" bIns="0" rtlCol="0" anchor="ctr"/>
          <a:lstStyle/>
          <a:p>
            <a:pPr marL="0" indent="0">
              <a:buNone/>
            </a:pPr>
            <a:r>
              <a:rPr lang="en-US" sz="1200" dirty="0">
                <a:solidFill>
                  <a:schemeClr val="tx2"/>
                </a:solidFill>
                <a:latin typeface="Gadugi" panose="020B0502040204020203" pitchFamily="34" charset="0"/>
                <a:ea typeface="Gadugi" panose="020B0502040204020203" pitchFamily="34" charset="0"/>
              </a:rPr>
              <a:t>Round cell colour = winning team. Round 4 was cancelled.</a:t>
            </a:r>
            <a:endParaRPr lang="en-US" sz="1200" dirty="0">
              <a:latin typeface="Gadugi" panose="020B0502040204020203" pitchFamily="34" charset="0"/>
              <a:ea typeface="Gadugi" panose="020B0502040204020203" pitchFamily="34" charset="0"/>
            </a:endParaRPr>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latin typeface="Gadugi" panose="020B0502040204020203" pitchFamily="34" charset="0"/>
                <a:ea typeface="Gadugi" panose="020B0502040204020203" pitchFamily="34" charset="0"/>
              </a:rPr>
              <a:t>8</a:t>
            </a:fld>
            <a:endParaRPr lang="en-US">
              <a:latin typeface="Gadugi" panose="020B0502040204020203" pitchFamily="34" charset="0"/>
              <a:ea typeface="Gadugi" panose="020B0502040204020203"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latin typeface="Gadugi" panose="020B0502040204020203" pitchFamily="34" charset="0"/>
                <a:ea typeface="Gadugi" panose="020B0502040204020203" pitchFamily="34" charset="0"/>
              </a:rPr>
              <a:t>How the win tally built up</a:t>
            </a:r>
            <a:endParaRPr lang="en-US" sz="3400" dirty="0">
              <a:latin typeface="Gadugi" panose="020B0502040204020203" pitchFamily="34" charset="0"/>
              <a:ea typeface="Gadugi" panose="020B0502040204020203" pitchFamily="34" charset="0"/>
            </a:endParaRPr>
          </a:p>
        </p:txBody>
      </p:sp>
      <p:graphicFrame>
        <p:nvGraphicFramePr>
          <p:cNvPr id="3" name="Chart 0"/>
          <p:cNvGraphicFramePr/>
          <p:nvPr>
            <p:extLst>
              <p:ext uri="{D42A27DB-BD31-4B8C-83A1-F6EECF244321}">
                <p14:modId xmlns:p14="http://schemas.microsoft.com/office/powerpoint/2010/main" val="3098669880"/>
              </p:ext>
            </p:extLst>
          </p:nvPr>
        </p:nvGraphicFramePr>
        <p:xfrm>
          <a:off x="548640" y="1371600"/>
          <a:ext cx="713232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4" name="Arc card 1"/>
          <p:cNvSpPr/>
          <p:nvPr/>
        </p:nvSpPr>
        <p:spPr>
          <a:xfrm>
            <a:off x="7955280" y="1371600"/>
            <a:ext cx="3685032" cy="1463040"/>
          </a:xfrm>
          <a:prstGeom prst="roundRect">
            <a:avLst>
              <a:gd name="adj" fmla="val 7500"/>
            </a:avLst>
          </a:prstGeom>
          <a:solidFill>
            <a:schemeClr val="bg2"/>
          </a:solidFill>
          <a:ln/>
        </p:spPr>
      </p:sp>
      <p:sp>
        <p:nvSpPr>
          <p:cNvPr id="5" name="Icon 5 in a row circle"/>
          <p:cNvSpPr/>
          <p:nvPr/>
        </p:nvSpPr>
        <p:spPr>
          <a:xfrm>
            <a:off x="8138160" y="1554480"/>
            <a:ext cx="457200" cy="457200"/>
          </a:xfrm>
          <a:prstGeom prst="ellipse">
            <a:avLst/>
          </a:prstGeom>
          <a:solidFill>
            <a:schemeClr val="accent2"/>
          </a:solidFill>
          <a:ln/>
        </p:spPr>
      </p:sp>
      <p:pic>
        <p:nvPicPr>
          <p:cNvPr id="6" name="Icon 5 in a row" descr="Icon 5 in a row"/>
          <p:cNvPicPr>
            <a:picLocks noChangeAspect="1"/>
          </p:cNvPicPr>
          <p:nvPr/>
        </p:nvPicPr>
        <p:blipFill>
          <a:blip r:embed="rId4"/>
          <a:stretch>
            <a:fillRect/>
          </a:stretch>
        </p:blipFill>
        <p:spPr>
          <a:xfrm>
            <a:off x="8266176" y="1682496"/>
            <a:ext cx="201168" cy="201168"/>
          </a:xfrm>
          <a:prstGeom prst="rect">
            <a:avLst/>
          </a:prstGeom>
        </p:spPr>
      </p:pic>
      <p:sp>
        <p:nvSpPr>
          <p:cNvPr id="7" name="Text 3"/>
          <p:cNvSpPr txBox="1"/>
          <p:nvPr/>
        </p:nvSpPr>
        <p:spPr>
          <a:xfrm>
            <a:off x="8778240" y="1554480"/>
            <a:ext cx="2697480" cy="457200"/>
          </a:xfrm>
          <a:prstGeom prst="rect">
            <a:avLst/>
          </a:prstGeom>
          <a:noFill/>
          <a:ln/>
        </p:spPr>
        <p:txBody>
          <a:bodyPr wrap="square" lIns="0" tIns="0" rIns="0" bIns="0" rtlCol="0" anchor="ctr"/>
          <a:lstStyle/>
          <a:p>
            <a:pPr marL="0" indent="0">
              <a:buNone/>
            </a:pPr>
            <a:r>
              <a:rPr lang="en-US" sz="1800" b="1" dirty="0">
                <a:solidFill>
                  <a:schemeClr val="tx1"/>
                </a:solidFill>
                <a:latin typeface="Gadugi" panose="020B0502040204020203" pitchFamily="34" charset="0"/>
                <a:ea typeface="Gadugi" panose="020B0502040204020203" pitchFamily="34" charset="0"/>
                <a:cs typeface="Arial" pitchFamily="34" charset="-120"/>
              </a:rPr>
              <a:t>5 in a row</a:t>
            </a:r>
            <a:endParaRPr lang="en-US" sz="1800" dirty="0">
              <a:latin typeface="Gadugi" panose="020B0502040204020203" pitchFamily="34" charset="0"/>
              <a:ea typeface="Gadugi" panose="020B0502040204020203" pitchFamily="34" charset="0"/>
            </a:endParaRPr>
          </a:p>
        </p:txBody>
      </p:sp>
      <p:sp>
        <p:nvSpPr>
          <p:cNvPr id="8" name="Text 4"/>
          <p:cNvSpPr txBox="1"/>
          <p:nvPr/>
        </p:nvSpPr>
        <p:spPr>
          <a:xfrm>
            <a:off x="8138160" y="2103120"/>
            <a:ext cx="3337560" cy="640080"/>
          </a:xfrm>
          <a:prstGeom prst="rect">
            <a:avLst/>
          </a:prstGeom>
          <a:noFill/>
          <a:ln/>
        </p:spPr>
        <p:txBody>
          <a:bodyPr wrap="square" lIns="0" tIns="0" rIns="0" bIns="0" rtlCol="0" anchor="t"/>
          <a:lstStyle/>
          <a:p>
            <a:pPr marL="0" indent="0">
              <a:buNone/>
            </a:pPr>
            <a:r>
              <a:rPr lang="en-US" sz="1400" dirty="0">
                <a:solidFill>
                  <a:schemeClr val="tx1"/>
                </a:solidFill>
                <a:latin typeface="Gadugi" panose="020B0502040204020203" pitchFamily="34" charset="0"/>
                <a:ea typeface="Gadugi" panose="020B0502040204020203" pitchFamily="34" charset="0"/>
              </a:rPr>
              <a:t>Antonelli won Rounds 2, 3, 5, 6 and 7 (Round 4 was cancelled).</a:t>
            </a:r>
            <a:endParaRPr lang="en-US" sz="1400" dirty="0">
              <a:latin typeface="Gadugi" panose="020B0502040204020203" pitchFamily="34" charset="0"/>
              <a:ea typeface="Gadugi" panose="020B0502040204020203" pitchFamily="34" charset="0"/>
            </a:endParaRPr>
          </a:p>
        </p:txBody>
      </p:sp>
      <p:sp>
        <p:nvSpPr>
          <p:cNvPr id="9" name="Arc card 2"/>
          <p:cNvSpPr/>
          <p:nvPr/>
        </p:nvSpPr>
        <p:spPr>
          <a:xfrm>
            <a:off x="7955280" y="2999232"/>
            <a:ext cx="3685032" cy="1463040"/>
          </a:xfrm>
          <a:prstGeom prst="roundRect">
            <a:avLst>
              <a:gd name="adj" fmla="val 7500"/>
            </a:avLst>
          </a:prstGeom>
          <a:solidFill>
            <a:schemeClr val="bg2"/>
          </a:solidFill>
          <a:ln/>
        </p:spPr>
      </p:sp>
      <p:sp>
        <p:nvSpPr>
          <p:cNvPr id="10" name="Icon Streak broken circle"/>
          <p:cNvSpPr/>
          <p:nvPr/>
        </p:nvSpPr>
        <p:spPr>
          <a:xfrm>
            <a:off x="8138160" y="3182112"/>
            <a:ext cx="457200" cy="457200"/>
          </a:xfrm>
          <a:prstGeom prst="ellipse">
            <a:avLst/>
          </a:prstGeom>
          <a:solidFill>
            <a:schemeClr val="accent1"/>
          </a:solidFill>
          <a:ln/>
        </p:spPr>
      </p:sp>
      <p:pic>
        <p:nvPicPr>
          <p:cNvPr id="11" name="Icon Streak broken" descr="Icon Streak broken"/>
          <p:cNvPicPr>
            <a:picLocks noChangeAspect="1"/>
          </p:cNvPicPr>
          <p:nvPr/>
        </p:nvPicPr>
        <p:blipFill>
          <a:blip r:embed="rId5"/>
          <a:stretch>
            <a:fillRect/>
          </a:stretch>
        </p:blipFill>
        <p:spPr>
          <a:xfrm>
            <a:off x="8266176" y="3310128"/>
            <a:ext cx="201168" cy="201168"/>
          </a:xfrm>
          <a:prstGeom prst="rect">
            <a:avLst/>
          </a:prstGeom>
        </p:spPr>
      </p:pic>
      <p:sp>
        <p:nvSpPr>
          <p:cNvPr id="12" name="Text 7"/>
          <p:cNvSpPr txBox="1"/>
          <p:nvPr/>
        </p:nvSpPr>
        <p:spPr>
          <a:xfrm>
            <a:off x="8778240" y="3182112"/>
            <a:ext cx="2697480" cy="457200"/>
          </a:xfrm>
          <a:prstGeom prst="rect">
            <a:avLst/>
          </a:prstGeom>
          <a:noFill/>
          <a:ln/>
        </p:spPr>
        <p:txBody>
          <a:bodyPr wrap="square" lIns="0" tIns="0" rIns="0" bIns="0" rtlCol="0" anchor="ctr"/>
          <a:lstStyle/>
          <a:p>
            <a:pPr marL="0" indent="0">
              <a:buNone/>
            </a:pPr>
            <a:r>
              <a:rPr lang="en-US" sz="1800" b="1" dirty="0">
                <a:solidFill>
                  <a:schemeClr val="tx1"/>
                </a:solidFill>
                <a:latin typeface="Gadugi" panose="020B0502040204020203" pitchFamily="34" charset="0"/>
                <a:ea typeface="Gadugi" panose="020B0502040204020203" pitchFamily="34" charset="0"/>
                <a:cs typeface="Arial" pitchFamily="34" charset="-120"/>
              </a:rPr>
              <a:t>Streak broken</a:t>
            </a:r>
            <a:endParaRPr lang="en-US" sz="1800" dirty="0">
              <a:latin typeface="Gadugi" panose="020B0502040204020203" pitchFamily="34" charset="0"/>
              <a:ea typeface="Gadugi" panose="020B0502040204020203" pitchFamily="34" charset="0"/>
            </a:endParaRPr>
          </a:p>
        </p:txBody>
      </p:sp>
      <p:sp>
        <p:nvSpPr>
          <p:cNvPr id="13" name="Text 8"/>
          <p:cNvSpPr txBox="1"/>
          <p:nvPr/>
        </p:nvSpPr>
        <p:spPr>
          <a:xfrm>
            <a:off x="8138160" y="3730752"/>
            <a:ext cx="3337560" cy="640080"/>
          </a:xfrm>
          <a:prstGeom prst="rect">
            <a:avLst/>
          </a:prstGeom>
          <a:noFill/>
          <a:ln/>
        </p:spPr>
        <p:txBody>
          <a:bodyPr wrap="square" lIns="0" tIns="0" rIns="0" bIns="0" rtlCol="0" anchor="t"/>
          <a:lstStyle/>
          <a:p>
            <a:pPr marL="0" indent="0">
              <a:buNone/>
            </a:pPr>
            <a:r>
              <a:rPr lang="en-US" sz="1400" dirty="0">
                <a:solidFill>
                  <a:schemeClr val="tx1"/>
                </a:solidFill>
                <a:latin typeface="Gadugi" panose="020B0502040204020203" pitchFamily="34" charset="0"/>
                <a:ea typeface="Gadugi" panose="020B0502040204020203" pitchFamily="34" charset="0"/>
              </a:rPr>
              <a:t>Hamilton (R8) and Leclerc (R10) won for Ferrari; Russell took R9.</a:t>
            </a:r>
            <a:endParaRPr lang="en-US" sz="1400" dirty="0">
              <a:latin typeface="Gadugi" panose="020B0502040204020203" pitchFamily="34" charset="0"/>
              <a:ea typeface="Gadugi" panose="020B0502040204020203" pitchFamily="34" charset="0"/>
            </a:endParaRPr>
          </a:p>
        </p:txBody>
      </p:sp>
      <p:sp>
        <p:nvSpPr>
          <p:cNvPr id="14" name="Arc card 3"/>
          <p:cNvSpPr/>
          <p:nvPr/>
        </p:nvSpPr>
        <p:spPr>
          <a:xfrm>
            <a:off x="7955280" y="4626864"/>
            <a:ext cx="3685032" cy="1463040"/>
          </a:xfrm>
          <a:prstGeom prst="roundRect">
            <a:avLst>
              <a:gd name="adj" fmla="val 7500"/>
            </a:avLst>
          </a:prstGeom>
          <a:solidFill>
            <a:schemeClr val="bg2"/>
          </a:solidFill>
          <a:ln/>
        </p:spPr>
      </p:sp>
      <p:sp>
        <p:nvSpPr>
          <p:cNvPr id="15" name="Icon Late variety circle"/>
          <p:cNvSpPr/>
          <p:nvPr/>
        </p:nvSpPr>
        <p:spPr>
          <a:xfrm>
            <a:off x="8138160" y="4809744"/>
            <a:ext cx="457200" cy="457200"/>
          </a:xfrm>
          <a:prstGeom prst="ellipse">
            <a:avLst/>
          </a:prstGeom>
          <a:solidFill>
            <a:schemeClr val="accent3"/>
          </a:solidFill>
          <a:ln/>
        </p:spPr>
      </p:sp>
      <p:pic>
        <p:nvPicPr>
          <p:cNvPr id="16" name="Icon Late variety" descr="Icon Late variety"/>
          <p:cNvPicPr>
            <a:picLocks noChangeAspect="1"/>
          </p:cNvPicPr>
          <p:nvPr/>
        </p:nvPicPr>
        <p:blipFill>
          <a:blip r:embed="rId6"/>
          <a:stretch>
            <a:fillRect/>
          </a:stretch>
        </p:blipFill>
        <p:spPr>
          <a:xfrm>
            <a:off x="8266176" y="4937760"/>
            <a:ext cx="201168" cy="201168"/>
          </a:xfrm>
          <a:prstGeom prst="rect">
            <a:avLst/>
          </a:prstGeom>
        </p:spPr>
      </p:pic>
      <p:sp>
        <p:nvSpPr>
          <p:cNvPr id="17" name="Text 11"/>
          <p:cNvSpPr txBox="1"/>
          <p:nvPr/>
        </p:nvSpPr>
        <p:spPr>
          <a:xfrm>
            <a:off x="8778240" y="4809744"/>
            <a:ext cx="2697480" cy="457200"/>
          </a:xfrm>
          <a:prstGeom prst="rect">
            <a:avLst/>
          </a:prstGeom>
          <a:noFill/>
          <a:ln/>
        </p:spPr>
        <p:txBody>
          <a:bodyPr wrap="square" lIns="0" tIns="0" rIns="0" bIns="0" rtlCol="0" anchor="ctr"/>
          <a:lstStyle/>
          <a:p>
            <a:pPr marL="0" indent="0">
              <a:buNone/>
            </a:pPr>
            <a:r>
              <a:rPr lang="en-US" sz="1800" b="1" dirty="0">
                <a:solidFill>
                  <a:schemeClr val="tx1"/>
                </a:solidFill>
                <a:latin typeface="Gadugi" panose="020B0502040204020203" pitchFamily="34" charset="0"/>
                <a:ea typeface="Gadugi" panose="020B0502040204020203" pitchFamily="34" charset="0"/>
                <a:cs typeface="Arial" pitchFamily="34" charset="-120"/>
              </a:rPr>
              <a:t>Late variety</a:t>
            </a:r>
            <a:endParaRPr lang="en-US" sz="1800" dirty="0">
              <a:latin typeface="Gadugi" panose="020B0502040204020203" pitchFamily="34" charset="0"/>
              <a:ea typeface="Gadugi" panose="020B0502040204020203" pitchFamily="34" charset="0"/>
            </a:endParaRPr>
          </a:p>
        </p:txBody>
      </p:sp>
      <p:sp>
        <p:nvSpPr>
          <p:cNvPr id="18" name="Text 12"/>
          <p:cNvSpPr txBox="1"/>
          <p:nvPr/>
        </p:nvSpPr>
        <p:spPr>
          <a:xfrm>
            <a:off x="8138160" y="5358384"/>
            <a:ext cx="3337560" cy="640080"/>
          </a:xfrm>
          <a:prstGeom prst="rect">
            <a:avLst/>
          </a:prstGeom>
          <a:noFill/>
          <a:ln/>
        </p:spPr>
        <p:txBody>
          <a:bodyPr wrap="square" lIns="0" tIns="0" rIns="0" bIns="0" rtlCol="0" anchor="t"/>
          <a:lstStyle/>
          <a:p>
            <a:pPr marL="0" indent="0">
              <a:buNone/>
            </a:pPr>
            <a:r>
              <a:rPr lang="en-US" sz="1400" dirty="0">
                <a:solidFill>
                  <a:schemeClr val="tx1"/>
                </a:solidFill>
                <a:latin typeface="Gadugi" panose="020B0502040204020203" pitchFamily="34" charset="0"/>
                <a:ea typeface="Gadugi" panose="020B0502040204020203" pitchFamily="34" charset="0"/>
              </a:rPr>
              <a:t>Norris won R12–13 and Verstappen R17–18 before Antonelli closed with R19.</a:t>
            </a:r>
            <a:endParaRPr lang="en-US" sz="1400" dirty="0">
              <a:latin typeface="Gadugi" panose="020B0502040204020203" pitchFamily="34" charset="0"/>
              <a:ea typeface="Gadugi" panose="020B0502040204020203" pitchFamily="34" charset="0"/>
            </a:endParaRPr>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latin typeface="Gadugi" panose="020B0502040204020203" pitchFamily="34" charset="0"/>
                <a:ea typeface="Gadugi" panose="020B0502040204020203" pitchFamily="34" charset="0"/>
              </a:rPr>
              <a:t>9</a:t>
            </a:fld>
            <a:endParaRPr lang="en-US">
              <a:latin typeface="Gadugi" panose="020B0502040204020203" pitchFamily="34" charset="0"/>
              <a:ea typeface="Gadugi" panose="020B0502040204020203"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latin typeface="Gadugi" panose="020B0502040204020203" pitchFamily="34" charset="0"/>
                <a:ea typeface="Gadugi" panose="020B0502040204020203" pitchFamily="34" charset="0"/>
              </a:rPr>
              <a:t>Race distance varies by 34 laps</a:t>
            </a:r>
            <a:endParaRPr lang="en-US" sz="3400" dirty="0">
              <a:latin typeface="Gadugi" panose="020B0502040204020203" pitchFamily="34" charset="0"/>
              <a:ea typeface="Gadugi" panose="020B0502040204020203" pitchFamily="34" charset="0"/>
            </a:endParaRPr>
          </a:p>
        </p:txBody>
      </p:sp>
      <p:graphicFrame>
        <p:nvGraphicFramePr>
          <p:cNvPr id="3" name="Chart 0"/>
          <p:cNvGraphicFramePr/>
          <p:nvPr>
            <p:extLst>
              <p:ext uri="{D42A27DB-BD31-4B8C-83A1-F6EECF244321}">
                <p14:modId xmlns:p14="http://schemas.microsoft.com/office/powerpoint/2010/main" val="815238529"/>
              </p:ext>
            </p:extLst>
          </p:nvPr>
        </p:nvGraphicFramePr>
        <p:xfrm>
          <a:off x="548640" y="1371600"/>
          <a:ext cx="749808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4" name="Laps stat 1"/>
          <p:cNvSpPr/>
          <p:nvPr/>
        </p:nvSpPr>
        <p:spPr>
          <a:xfrm>
            <a:off x="8366760" y="1371600"/>
            <a:ext cx="3273552" cy="1033272"/>
          </a:xfrm>
          <a:prstGeom prst="roundRect">
            <a:avLst>
              <a:gd name="adj" fmla="val 10619"/>
            </a:avLst>
          </a:prstGeom>
          <a:solidFill>
            <a:schemeClr val="bg2"/>
          </a:solidFill>
          <a:ln/>
        </p:spPr>
      </p:sp>
      <p:sp>
        <p:nvSpPr>
          <p:cNvPr id="5" name="Text 2"/>
          <p:cNvSpPr txBox="1"/>
          <p:nvPr/>
        </p:nvSpPr>
        <p:spPr>
          <a:xfrm>
            <a:off x="8549640" y="1371600"/>
            <a:ext cx="1188720" cy="1033272"/>
          </a:xfrm>
          <a:prstGeom prst="rect">
            <a:avLst/>
          </a:prstGeom>
          <a:noFill/>
          <a:ln/>
        </p:spPr>
        <p:txBody>
          <a:bodyPr wrap="square" lIns="0" tIns="0" rIns="0" bIns="0" rtlCol="0" anchor="ctr"/>
          <a:lstStyle/>
          <a:p>
            <a:pPr marL="0" indent="0">
              <a:buNone/>
            </a:pPr>
            <a:r>
              <a:rPr lang="en-US" sz="3200" b="1" dirty="0">
                <a:solidFill>
                  <a:schemeClr val="tx1"/>
                </a:solidFill>
                <a:latin typeface="Gadugi" panose="020B0502040204020203" pitchFamily="34" charset="0"/>
                <a:ea typeface="Gadugi" panose="020B0502040204020203" pitchFamily="34" charset="0"/>
                <a:cs typeface="Arial" pitchFamily="34" charset="-120"/>
              </a:rPr>
              <a:t>78</a:t>
            </a:r>
            <a:endParaRPr lang="en-US" sz="3200" dirty="0">
              <a:latin typeface="Gadugi" panose="020B0502040204020203" pitchFamily="34" charset="0"/>
              <a:ea typeface="Gadugi" panose="020B0502040204020203" pitchFamily="34" charset="0"/>
            </a:endParaRPr>
          </a:p>
        </p:txBody>
      </p:sp>
      <p:sp>
        <p:nvSpPr>
          <p:cNvPr id="6" name="Text 3"/>
          <p:cNvSpPr txBox="1"/>
          <p:nvPr/>
        </p:nvSpPr>
        <p:spPr>
          <a:xfrm>
            <a:off x="9784080" y="1371600"/>
            <a:ext cx="1737360" cy="1033272"/>
          </a:xfrm>
          <a:prstGeom prst="rect">
            <a:avLst/>
          </a:prstGeom>
          <a:noFill/>
          <a:ln/>
        </p:spPr>
        <p:txBody>
          <a:bodyPr wrap="square" lIns="0" tIns="0" rIns="0" bIns="0" rtlCol="0" anchor="ctr"/>
          <a:lstStyle/>
          <a:p>
            <a:pPr marL="0" indent="0">
              <a:buNone/>
            </a:pPr>
            <a:r>
              <a:rPr lang="en-US" sz="1400" dirty="0">
                <a:solidFill>
                  <a:schemeClr val="tx1"/>
                </a:solidFill>
                <a:latin typeface="Gadugi" panose="020B0502040204020203" pitchFamily="34" charset="0"/>
                <a:ea typeface="Gadugi" panose="020B0502040204020203" pitchFamily="34" charset="0"/>
              </a:rPr>
              <a:t>Longest: Monaco (R7)</a:t>
            </a:r>
            <a:endParaRPr lang="en-US" sz="1400" dirty="0">
              <a:latin typeface="Gadugi" panose="020B0502040204020203" pitchFamily="34" charset="0"/>
              <a:ea typeface="Gadugi" panose="020B0502040204020203" pitchFamily="34" charset="0"/>
            </a:endParaRPr>
          </a:p>
        </p:txBody>
      </p:sp>
      <p:sp>
        <p:nvSpPr>
          <p:cNvPr id="7" name="Laps stat 2"/>
          <p:cNvSpPr/>
          <p:nvPr/>
        </p:nvSpPr>
        <p:spPr>
          <a:xfrm>
            <a:off x="8366760" y="2587752"/>
            <a:ext cx="3273552" cy="1033272"/>
          </a:xfrm>
          <a:prstGeom prst="roundRect">
            <a:avLst>
              <a:gd name="adj" fmla="val 10619"/>
            </a:avLst>
          </a:prstGeom>
          <a:solidFill>
            <a:schemeClr val="bg2"/>
          </a:solidFill>
          <a:ln/>
        </p:spPr>
      </p:sp>
      <p:sp>
        <p:nvSpPr>
          <p:cNvPr id="8" name="Text 5"/>
          <p:cNvSpPr txBox="1"/>
          <p:nvPr/>
        </p:nvSpPr>
        <p:spPr>
          <a:xfrm>
            <a:off x="8549640" y="2587752"/>
            <a:ext cx="1188720" cy="1033272"/>
          </a:xfrm>
          <a:prstGeom prst="rect">
            <a:avLst/>
          </a:prstGeom>
          <a:noFill/>
          <a:ln/>
        </p:spPr>
        <p:txBody>
          <a:bodyPr wrap="square" lIns="0" tIns="0" rIns="0" bIns="0" rtlCol="0" anchor="ctr"/>
          <a:lstStyle/>
          <a:p>
            <a:pPr marL="0" indent="0">
              <a:buNone/>
            </a:pPr>
            <a:r>
              <a:rPr lang="en-US" sz="3200" b="1" dirty="0">
                <a:solidFill>
                  <a:schemeClr val="tx1"/>
                </a:solidFill>
                <a:latin typeface="Gadugi" panose="020B0502040204020203" pitchFamily="34" charset="0"/>
                <a:ea typeface="Gadugi" panose="020B0502040204020203" pitchFamily="34" charset="0"/>
                <a:cs typeface="Arial" pitchFamily="34" charset="-120"/>
              </a:rPr>
              <a:t>44</a:t>
            </a:r>
            <a:endParaRPr lang="en-US" sz="3200" dirty="0">
              <a:latin typeface="Gadugi" panose="020B0502040204020203" pitchFamily="34" charset="0"/>
              <a:ea typeface="Gadugi" panose="020B0502040204020203" pitchFamily="34" charset="0"/>
            </a:endParaRPr>
          </a:p>
        </p:txBody>
      </p:sp>
      <p:sp>
        <p:nvSpPr>
          <p:cNvPr id="9" name="Text 6"/>
          <p:cNvSpPr txBox="1"/>
          <p:nvPr/>
        </p:nvSpPr>
        <p:spPr>
          <a:xfrm>
            <a:off x="9784080" y="2587752"/>
            <a:ext cx="1737360" cy="1033272"/>
          </a:xfrm>
          <a:prstGeom prst="rect">
            <a:avLst/>
          </a:prstGeom>
          <a:noFill/>
          <a:ln/>
        </p:spPr>
        <p:txBody>
          <a:bodyPr wrap="square" lIns="0" tIns="0" rIns="0" bIns="0" rtlCol="0" anchor="ctr"/>
          <a:lstStyle/>
          <a:p>
            <a:pPr marL="0" indent="0">
              <a:buNone/>
            </a:pPr>
            <a:r>
              <a:rPr lang="en-US" sz="1400" dirty="0">
                <a:solidFill>
                  <a:schemeClr val="tx1"/>
                </a:solidFill>
                <a:latin typeface="Gadugi" panose="020B0502040204020203" pitchFamily="34" charset="0"/>
                <a:ea typeface="Gadugi" panose="020B0502040204020203" pitchFamily="34" charset="0"/>
              </a:rPr>
              <a:t>Shortest: Belgian (R11)</a:t>
            </a:r>
            <a:endParaRPr lang="en-US" sz="1400" dirty="0">
              <a:latin typeface="Gadugi" panose="020B0502040204020203" pitchFamily="34" charset="0"/>
              <a:ea typeface="Gadugi" panose="020B0502040204020203" pitchFamily="34" charset="0"/>
            </a:endParaRPr>
          </a:p>
        </p:txBody>
      </p:sp>
      <p:sp>
        <p:nvSpPr>
          <p:cNvPr id="10" name="Laps stat 3"/>
          <p:cNvSpPr/>
          <p:nvPr/>
        </p:nvSpPr>
        <p:spPr>
          <a:xfrm>
            <a:off x="8366760" y="3803904"/>
            <a:ext cx="3273552" cy="1033272"/>
          </a:xfrm>
          <a:prstGeom prst="roundRect">
            <a:avLst>
              <a:gd name="adj" fmla="val 10619"/>
            </a:avLst>
          </a:prstGeom>
          <a:solidFill>
            <a:schemeClr val="bg2"/>
          </a:solidFill>
          <a:ln/>
        </p:spPr>
      </p:sp>
      <p:sp>
        <p:nvSpPr>
          <p:cNvPr id="11" name="Text 8"/>
          <p:cNvSpPr txBox="1"/>
          <p:nvPr/>
        </p:nvSpPr>
        <p:spPr>
          <a:xfrm>
            <a:off x="8549640" y="3803904"/>
            <a:ext cx="1188720" cy="1033272"/>
          </a:xfrm>
          <a:prstGeom prst="rect">
            <a:avLst/>
          </a:prstGeom>
          <a:noFill/>
          <a:ln/>
        </p:spPr>
        <p:txBody>
          <a:bodyPr wrap="square" lIns="0" tIns="0" rIns="0" bIns="0" rtlCol="0" anchor="ctr"/>
          <a:lstStyle/>
          <a:p>
            <a:pPr marL="0" indent="0">
              <a:buNone/>
            </a:pPr>
            <a:r>
              <a:rPr lang="en-US" sz="3200" b="1" dirty="0">
                <a:solidFill>
                  <a:schemeClr val="tx1"/>
                </a:solidFill>
                <a:latin typeface="Gadugi" panose="020B0502040204020203" pitchFamily="34" charset="0"/>
                <a:ea typeface="Gadugi" panose="020B0502040204020203" pitchFamily="34" charset="0"/>
                <a:cs typeface="Arial" pitchFamily="34" charset="-120"/>
              </a:rPr>
              <a:t>60</a:t>
            </a:r>
            <a:endParaRPr lang="en-US" sz="3200" dirty="0">
              <a:latin typeface="Gadugi" panose="020B0502040204020203" pitchFamily="34" charset="0"/>
              <a:ea typeface="Gadugi" panose="020B0502040204020203" pitchFamily="34" charset="0"/>
            </a:endParaRPr>
          </a:p>
        </p:txBody>
      </p:sp>
      <p:sp>
        <p:nvSpPr>
          <p:cNvPr id="12" name="Text 9"/>
          <p:cNvSpPr txBox="1"/>
          <p:nvPr/>
        </p:nvSpPr>
        <p:spPr>
          <a:xfrm>
            <a:off x="9784080" y="3803904"/>
            <a:ext cx="1737360" cy="1033272"/>
          </a:xfrm>
          <a:prstGeom prst="rect">
            <a:avLst/>
          </a:prstGeom>
          <a:noFill/>
          <a:ln/>
        </p:spPr>
        <p:txBody>
          <a:bodyPr wrap="square" lIns="0" tIns="0" rIns="0" bIns="0" rtlCol="0" anchor="ctr"/>
          <a:lstStyle/>
          <a:p>
            <a:pPr marL="0" indent="0">
              <a:buNone/>
            </a:pPr>
            <a:r>
              <a:rPr lang="en-US" sz="1400" dirty="0">
                <a:solidFill>
                  <a:schemeClr val="tx1"/>
                </a:solidFill>
                <a:latin typeface="Gadugi" panose="020B0502040204020203" pitchFamily="34" charset="0"/>
                <a:ea typeface="Gadugi" panose="020B0502040204020203" pitchFamily="34" charset="0"/>
              </a:rPr>
              <a:t>Average laps per race</a:t>
            </a:r>
            <a:endParaRPr lang="en-US" sz="1400" dirty="0">
              <a:latin typeface="Gadugi" panose="020B0502040204020203" pitchFamily="34" charset="0"/>
              <a:ea typeface="Gadugi" panose="020B0502040204020203" pitchFamily="34" charset="0"/>
            </a:endParaRPr>
          </a:p>
        </p:txBody>
      </p:sp>
      <p:sp>
        <p:nvSpPr>
          <p:cNvPr id="13" name="Laps stat 4"/>
          <p:cNvSpPr/>
          <p:nvPr/>
        </p:nvSpPr>
        <p:spPr>
          <a:xfrm>
            <a:off x="8366760" y="5020056"/>
            <a:ext cx="3273552" cy="1033272"/>
          </a:xfrm>
          <a:prstGeom prst="roundRect">
            <a:avLst>
              <a:gd name="adj" fmla="val 10619"/>
            </a:avLst>
          </a:prstGeom>
          <a:solidFill>
            <a:schemeClr val="bg2"/>
          </a:solidFill>
          <a:ln/>
        </p:spPr>
      </p:sp>
      <p:sp>
        <p:nvSpPr>
          <p:cNvPr id="14" name="Text 11"/>
          <p:cNvSpPr txBox="1"/>
          <p:nvPr/>
        </p:nvSpPr>
        <p:spPr>
          <a:xfrm>
            <a:off x="8549640" y="5020056"/>
            <a:ext cx="1188720" cy="1033272"/>
          </a:xfrm>
          <a:prstGeom prst="rect">
            <a:avLst/>
          </a:prstGeom>
          <a:noFill/>
          <a:ln/>
        </p:spPr>
        <p:txBody>
          <a:bodyPr wrap="square" lIns="0" tIns="0" rIns="0" bIns="0" rtlCol="0" anchor="ctr"/>
          <a:lstStyle/>
          <a:p>
            <a:pPr marL="0" indent="0">
              <a:buNone/>
            </a:pPr>
            <a:r>
              <a:rPr lang="en-US" sz="3200" b="1" dirty="0">
                <a:solidFill>
                  <a:schemeClr val="tx1"/>
                </a:solidFill>
                <a:latin typeface="Gadugi" panose="020B0502040204020203" pitchFamily="34" charset="0"/>
                <a:ea typeface="Gadugi" panose="020B0502040204020203" pitchFamily="34" charset="0"/>
                <a:cs typeface="Arial" pitchFamily="34" charset="-120"/>
              </a:rPr>
              <a:t>1,080</a:t>
            </a:r>
            <a:endParaRPr lang="en-US" sz="3200" dirty="0">
              <a:latin typeface="Gadugi" panose="020B0502040204020203" pitchFamily="34" charset="0"/>
              <a:ea typeface="Gadugi" panose="020B0502040204020203" pitchFamily="34" charset="0"/>
            </a:endParaRPr>
          </a:p>
        </p:txBody>
      </p:sp>
      <p:sp>
        <p:nvSpPr>
          <p:cNvPr id="15" name="Text 12"/>
          <p:cNvSpPr txBox="1"/>
          <p:nvPr/>
        </p:nvSpPr>
        <p:spPr>
          <a:xfrm>
            <a:off x="9784080" y="5020056"/>
            <a:ext cx="1737360" cy="1033272"/>
          </a:xfrm>
          <a:prstGeom prst="rect">
            <a:avLst/>
          </a:prstGeom>
          <a:noFill/>
          <a:ln/>
        </p:spPr>
        <p:txBody>
          <a:bodyPr wrap="square" lIns="0" tIns="0" rIns="0" bIns="0" rtlCol="0" anchor="ctr"/>
          <a:lstStyle/>
          <a:p>
            <a:pPr marL="0" indent="0">
              <a:buNone/>
            </a:pPr>
            <a:r>
              <a:rPr lang="en-US" sz="1400" dirty="0">
                <a:solidFill>
                  <a:schemeClr val="tx1"/>
                </a:solidFill>
                <a:latin typeface="Gadugi" panose="020B0502040204020203" pitchFamily="34" charset="0"/>
                <a:ea typeface="Gadugi" panose="020B0502040204020203" pitchFamily="34" charset="0"/>
              </a:rPr>
              <a:t>Total laps raced</a:t>
            </a:r>
            <a:endParaRPr lang="en-US" sz="1400" dirty="0">
              <a:latin typeface="Gadugi" panose="020B0502040204020203" pitchFamily="34" charset="0"/>
              <a:ea typeface="Gadugi" panose="020B0502040204020203" pitchFamily="34" charset="0"/>
            </a:endParaRPr>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latin typeface="Gadugi" panose="020B0502040204020203" pitchFamily="34" charset="0"/>
                <a:ea typeface="Gadugi" panose="020B0502040204020203" pitchFamily="34" charset="0"/>
              </a:rPr>
              <a:t>10</a:t>
            </a:fld>
            <a:endParaRPr lang="en-US">
              <a:latin typeface="Gadugi" panose="020B0502040204020203" pitchFamily="34" charset="0"/>
              <a:ea typeface="Gadugi" panose="020B0502040204020203"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latin typeface="Gadugi" panose="020B0502040204020203" pitchFamily="34" charset="0"/>
                <a:ea typeface="Gadugi" panose="020B0502040204020203" pitchFamily="34" charset="0"/>
              </a:rPr>
              <a:t>A 24-round, 21-country calendar</a:t>
            </a:r>
            <a:endParaRPr lang="en-US" sz="3400" dirty="0">
              <a:latin typeface="Gadugi" panose="020B0502040204020203" pitchFamily="34" charset="0"/>
              <a:ea typeface="Gadugi" panose="020B0502040204020203" pitchFamily="34" charset="0"/>
            </a:endParaRPr>
          </a:p>
        </p:txBody>
      </p:sp>
      <p:graphicFrame>
        <p:nvGraphicFramePr>
          <p:cNvPr id="3" name="Chart 0"/>
          <p:cNvGraphicFramePr/>
          <p:nvPr>
            <p:extLst>
              <p:ext uri="{D42A27DB-BD31-4B8C-83A1-F6EECF244321}">
                <p14:modId xmlns:p14="http://schemas.microsoft.com/office/powerpoint/2010/main" val="2372408032"/>
              </p:ext>
            </p:extLst>
          </p:nvPr>
        </p:nvGraphicFramePr>
        <p:xfrm>
          <a:off x="548640" y="1371600"/>
          <a:ext cx="658368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4" name="Geo card 1"/>
          <p:cNvSpPr/>
          <p:nvPr/>
        </p:nvSpPr>
        <p:spPr>
          <a:xfrm>
            <a:off x="7406640" y="1371600"/>
            <a:ext cx="4233672" cy="1463040"/>
          </a:xfrm>
          <a:prstGeom prst="roundRect">
            <a:avLst>
              <a:gd name="adj" fmla="val 7500"/>
            </a:avLst>
          </a:prstGeom>
          <a:solidFill>
            <a:schemeClr val="bg2"/>
          </a:solidFill>
          <a:ln/>
        </p:spPr>
      </p:sp>
      <p:sp>
        <p:nvSpPr>
          <p:cNvPr id="5" name="Icon 21 countries circle"/>
          <p:cNvSpPr/>
          <p:nvPr/>
        </p:nvSpPr>
        <p:spPr>
          <a:xfrm>
            <a:off x="7589520" y="1554480"/>
            <a:ext cx="457200" cy="457200"/>
          </a:xfrm>
          <a:prstGeom prst="ellipse">
            <a:avLst/>
          </a:prstGeom>
          <a:solidFill>
            <a:schemeClr val="accent4"/>
          </a:solidFill>
          <a:ln/>
        </p:spPr>
      </p:sp>
      <p:pic>
        <p:nvPicPr>
          <p:cNvPr id="6" name="Icon 21 countries" descr="Icon 21 countries"/>
          <p:cNvPicPr>
            <a:picLocks noChangeAspect="1"/>
          </p:cNvPicPr>
          <p:nvPr/>
        </p:nvPicPr>
        <p:blipFill>
          <a:blip r:embed="rId4"/>
          <a:stretch>
            <a:fillRect/>
          </a:stretch>
        </p:blipFill>
        <p:spPr>
          <a:xfrm>
            <a:off x="7717536" y="1682496"/>
            <a:ext cx="201168" cy="201168"/>
          </a:xfrm>
          <a:prstGeom prst="rect">
            <a:avLst/>
          </a:prstGeom>
        </p:spPr>
      </p:pic>
      <p:sp>
        <p:nvSpPr>
          <p:cNvPr id="7" name="Text 3"/>
          <p:cNvSpPr txBox="1"/>
          <p:nvPr/>
        </p:nvSpPr>
        <p:spPr>
          <a:xfrm>
            <a:off x="8229600" y="1554480"/>
            <a:ext cx="3246120" cy="457200"/>
          </a:xfrm>
          <a:prstGeom prst="rect">
            <a:avLst/>
          </a:prstGeom>
          <a:noFill/>
          <a:ln/>
        </p:spPr>
        <p:txBody>
          <a:bodyPr wrap="square" lIns="0" tIns="0" rIns="0" bIns="0" rtlCol="0" anchor="ctr"/>
          <a:lstStyle/>
          <a:p>
            <a:pPr marL="0" indent="0">
              <a:buNone/>
            </a:pPr>
            <a:r>
              <a:rPr lang="en-US" sz="1800" b="1" dirty="0">
                <a:solidFill>
                  <a:schemeClr val="tx1"/>
                </a:solidFill>
                <a:latin typeface="Gadugi" panose="020B0502040204020203" pitchFamily="34" charset="0"/>
                <a:ea typeface="Gadugi" panose="020B0502040204020203" pitchFamily="34" charset="0"/>
                <a:cs typeface="Arial" pitchFamily="34" charset="-120"/>
              </a:rPr>
              <a:t>21 countries</a:t>
            </a:r>
            <a:endParaRPr lang="en-US" sz="1800" dirty="0">
              <a:latin typeface="Gadugi" panose="020B0502040204020203" pitchFamily="34" charset="0"/>
              <a:ea typeface="Gadugi" panose="020B0502040204020203" pitchFamily="34" charset="0"/>
            </a:endParaRPr>
          </a:p>
        </p:txBody>
      </p:sp>
      <p:sp>
        <p:nvSpPr>
          <p:cNvPr id="8" name="Text 4"/>
          <p:cNvSpPr txBox="1"/>
          <p:nvPr/>
        </p:nvSpPr>
        <p:spPr>
          <a:xfrm>
            <a:off x="7589520" y="2103120"/>
            <a:ext cx="3886200" cy="640080"/>
          </a:xfrm>
          <a:prstGeom prst="rect">
            <a:avLst/>
          </a:prstGeom>
          <a:noFill/>
          <a:ln/>
        </p:spPr>
        <p:txBody>
          <a:bodyPr wrap="square" lIns="0" tIns="0" rIns="0" bIns="0" rtlCol="0" anchor="t"/>
          <a:lstStyle/>
          <a:p>
            <a:pPr marL="0" indent="0">
              <a:buNone/>
            </a:pPr>
            <a:r>
              <a:rPr lang="en-US" sz="1400" dirty="0">
                <a:solidFill>
                  <a:schemeClr val="tx1"/>
                </a:solidFill>
                <a:latin typeface="Gadugi" panose="020B0502040204020203" pitchFamily="34" charset="0"/>
                <a:ea typeface="Gadugi" panose="020B0502040204020203" pitchFamily="34" charset="0"/>
              </a:rPr>
              <a:t>Spain and the United States host more than one round each.</a:t>
            </a:r>
            <a:endParaRPr lang="en-US" sz="1400" dirty="0">
              <a:latin typeface="Gadugi" panose="020B0502040204020203" pitchFamily="34" charset="0"/>
              <a:ea typeface="Gadugi" panose="020B0502040204020203" pitchFamily="34" charset="0"/>
            </a:endParaRPr>
          </a:p>
        </p:txBody>
      </p:sp>
      <p:sp>
        <p:nvSpPr>
          <p:cNvPr id="9" name="Geo card 2"/>
          <p:cNvSpPr/>
          <p:nvPr/>
        </p:nvSpPr>
        <p:spPr>
          <a:xfrm>
            <a:off x="7406640" y="2999232"/>
            <a:ext cx="4233672" cy="1463040"/>
          </a:xfrm>
          <a:prstGeom prst="roundRect">
            <a:avLst>
              <a:gd name="adj" fmla="val 7500"/>
            </a:avLst>
          </a:prstGeom>
          <a:solidFill>
            <a:schemeClr val="bg2"/>
          </a:solidFill>
          <a:ln/>
        </p:spPr>
      </p:sp>
      <p:sp>
        <p:nvSpPr>
          <p:cNvPr id="10" name="Icon Repeat hosts circle"/>
          <p:cNvSpPr/>
          <p:nvPr/>
        </p:nvSpPr>
        <p:spPr>
          <a:xfrm>
            <a:off x="7589520" y="3182112"/>
            <a:ext cx="457200" cy="457200"/>
          </a:xfrm>
          <a:prstGeom prst="ellipse">
            <a:avLst/>
          </a:prstGeom>
          <a:solidFill>
            <a:schemeClr val="accent1"/>
          </a:solidFill>
          <a:ln/>
        </p:spPr>
      </p:sp>
      <p:pic>
        <p:nvPicPr>
          <p:cNvPr id="11" name="Icon Repeat hosts" descr="Icon Repeat hosts"/>
          <p:cNvPicPr>
            <a:picLocks noChangeAspect="1"/>
          </p:cNvPicPr>
          <p:nvPr/>
        </p:nvPicPr>
        <p:blipFill>
          <a:blip r:embed="rId5"/>
          <a:stretch>
            <a:fillRect/>
          </a:stretch>
        </p:blipFill>
        <p:spPr>
          <a:xfrm>
            <a:off x="7717536" y="3310128"/>
            <a:ext cx="201168" cy="201168"/>
          </a:xfrm>
          <a:prstGeom prst="rect">
            <a:avLst/>
          </a:prstGeom>
        </p:spPr>
      </p:pic>
      <p:sp>
        <p:nvSpPr>
          <p:cNvPr id="12" name="Text 7"/>
          <p:cNvSpPr txBox="1"/>
          <p:nvPr/>
        </p:nvSpPr>
        <p:spPr>
          <a:xfrm>
            <a:off x="8229600" y="3182112"/>
            <a:ext cx="3246120" cy="457200"/>
          </a:xfrm>
          <a:prstGeom prst="rect">
            <a:avLst/>
          </a:prstGeom>
          <a:noFill/>
          <a:ln/>
        </p:spPr>
        <p:txBody>
          <a:bodyPr wrap="square" lIns="0" tIns="0" rIns="0" bIns="0" rtlCol="0" anchor="ctr"/>
          <a:lstStyle/>
          <a:p>
            <a:pPr marL="0" indent="0">
              <a:buNone/>
            </a:pPr>
            <a:r>
              <a:rPr lang="en-US" sz="1800" b="1" dirty="0">
                <a:solidFill>
                  <a:schemeClr val="tx1"/>
                </a:solidFill>
                <a:latin typeface="Gadugi" panose="020B0502040204020203" pitchFamily="34" charset="0"/>
                <a:ea typeface="Gadugi" panose="020B0502040204020203" pitchFamily="34" charset="0"/>
                <a:cs typeface="Arial" pitchFamily="34" charset="-120"/>
              </a:rPr>
              <a:t>Repeat hosts</a:t>
            </a:r>
            <a:endParaRPr lang="en-US" sz="1800" dirty="0">
              <a:latin typeface="Gadugi" panose="020B0502040204020203" pitchFamily="34" charset="0"/>
              <a:ea typeface="Gadugi" panose="020B0502040204020203" pitchFamily="34" charset="0"/>
            </a:endParaRPr>
          </a:p>
        </p:txBody>
      </p:sp>
      <p:sp>
        <p:nvSpPr>
          <p:cNvPr id="13" name="Text 8"/>
          <p:cNvSpPr txBox="1"/>
          <p:nvPr/>
        </p:nvSpPr>
        <p:spPr>
          <a:xfrm>
            <a:off x="7589520" y="3730752"/>
            <a:ext cx="3886200" cy="640080"/>
          </a:xfrm>
          <a:prstGeom prst="rect">
            <a:avLst/>
          </a:prstGeom>
          <a:noFill/>
          <a:ln/>
        </p:spPr>
        <p:txBody>
          <a:bodyPr wrap="square" lIns="0" tIns="0" rIns="0" bIns="0" rtlCol="0" anchor="t"/>
          <a:lstStyle/>
          <a:p>
            <a:pPr marL="0" indent="0">
              <a:buNone/>
            </a:pPr>
            <a:r>
              <a:rPr lang="en-US" sz="1400" dirty="0">
                <a:solidFill>
                  <a:schemeClr val="tx1"/>
                </a:solidFill>
                <a:latin typeface="Gadugi" panose="020B0502040204020203" pitchFamily="34" charset="0"/>
                <a:ea typeface="Gadugi" panose="020B0502040204020203" pitchFamily="34" charset="0"/>
              </a:rPr>
              <a:t>United States ×3: Miami, Austin, Las Vegas. Spain ×2: Barcelona and Madrid.</a:t>
            </a:r>
            <a:endParaRPr lang="en-US" sz="1400" dirty="0">
              <a:latin typeface="Gadugi" panose="020B0502040204020203" pitchFamily="34" charset="0"/>
              <a:ea typeface="Gadugi" panose="020B0502040204020203" pitchFamily="34" charset="0"/>
            </a:endParaRPr>
          </a:p>
        </p:txBody>
      </p:sp>
      <p:sp>
        <p:nvSpPr>
          <p:cNvPr id="14" name="Geo card 3"/>
          <p:cNvSpPr/>
          <p:nvPr/>
        </p:nvSpPr>
        <p:spPr>
          <a:xfrm>
            <a:off x="7406640" y="4626864"/>
            <a:ext cx="4233672" cy="1463040"/>
          </a:xfrm>
          <a:prstGeom prst="roundRect">
            <a:avLst>
              <a:gd name="adj" fmla="val 7500"/>
            </a:avLst>
          </a:prstGeom>
          <a:solidFill>
            <a:schemeClr val="bg2"/>
          </a:solidFill>
          <a:ln/>
        </p:spPr>
      </p:sp>
      <p:sp>
        <p:nvSpPr>
          <p:cNvPr id="15" name="Icon 1 cancellation circle"/>
          <p:cNvSpPr/>
          <p:nvPr/>
        </p:nvSpPr>
        <p:spPr>
          <a:xfrm>
            <a:off x="7589520" y="4809744"/>
            <a:ext cx="457200" cy="457200"/>
          </a:xfrm>
          <a:prstGeom prst="ellipse">
            <a:avLst/>
          </a:prstGeom>
          <a:solidFill>
            <a:schemeClr val="tx2"/>
          </a:solidFill>
          <a:ln/>
        </p:spPr>
      </p:sp>
      <p:pic>
        <p:nvPicPr>
          <p:cNvPr id="16" name="Icon 1 cancellation" descr="Icon 1 cancellation"/>
          <p:cNvPicPr>
            <a:picLocks noChangeAspect="1"/>
          </p:cNvPicPr>
          <p:nvPr/>
        </p:nvPicPr>
        <p:blipFill>
          <a:blip r:embed="rId6"/>
          <a:stretch>
            <a:fillRect/>
          </a:stretch>
        </p:blipFill>
        <p:spPr>
          <a:xfrm>
            <a:off x="7717536" y="4937760"/>
            <a:ext cx="201168" cy="201168"/>
          </a:xfrm>
          <a:prstGeom prst="rect">
            <a:avLst/>
          </a:prstGeom>
        </p:spPr>
      </p:pic>
      <p:sp>
        <p:nvSpPr>
          <p:cNvPr id="17" name="Text 11"/>
          <p:cNvSpPr txBox="1"/>
          <p:nvPr/>
        </p:nvSpPr>
        <p:spPr>
          <a:xfrm>
            <a:off x="8229600" y="4809744"/>
            <a:ext cx="3246120" cy="457200"/>
          </a:xfrm>
          <a:prstGeom prst="rect">
            <a:avLst/>
          </a:prstGeom>
          <a:noFill/>
          <a:ln/>
        </p:spPr>
        <p:txBody>
          <a:bodyPr wrap="square" lIns="0" tIns="0" rIns="0" bIns="0" rtlCol="0" anchor="ctr"/>
          <a:lstStyle/>
          <a:p>
            <a:pPr marL="0" indent="0">
              <a:buNone/>
            </a:pPr>
            <a:r>
              <a:rPr lang="en-US" sz="1800" b="1" dirty="0">
                <a:solidFill>
                  <a:schemeClr val="tx1"/>
                </a:solidFill>
                <a:latin typeface="Gadugi" panose="020B0502040204020203" pitchFamily="34" charset="0"/>
                <a:ea typeface="Gadugi" panose="020B0502040204020203" pitchFamily="34" charset="0"/>
                <a:cs typeface="Arial" pitchFamily="34" charset="-120"/>
              </a:rPr>
              <a:t>1 cancellation</a:t>
            </a:r>
            <a:endParaRPr lang="en-US" sz="1800" dirty="0">
              <a:latin typeface="Gadugi" panose="020B0502040204020203" pitchFamily="34" charset="0"/>
              <a:ea typeface="Gadugi" panose="020B0502040204020203" pitchFamily="34" charset="0"/>
            </a:endParaRPr>
          </a:p>
        </p:txBody>
      </p:sp>
      <p:sp>
        <p:nvSpPr>
          <p:cNvPr id="18" name="Text 12"/>
          <p:cNvSpPr txBox="1"/>
          <p:nvPr/>
        </p:nvSpPr>
        <p:spPr>
          <a:xfrm>
            <a:off x="7589520" y="5358384"/>
            <a:ext cx="3886200" cy="640080"/>
          </a:xfrm>
          <a:prstGeom prst="rect">
            <a:avLst/>
          </a:prstGeom>
          <a:noFill/>
          <a:ln/>
        </p:spPr>
        <p:txBody>
          <a:bodyPr wrap="square" lIns="0" tIns="0" rIns="0" bIns="0" rtlCol="0" anchor="t"/>
          <a:lstStyle/>
          <a:p>
            <a:pPr marL="0" indent="0">
              <a:buNone/>
            </a:pPr>
            <a:r>
              <a:rPr lang="en-US" sz="1400" dirty="0">
                <a:solidFill>
                  <a:schemeClr val="tx1"/>
                </a:solidFill>
                <a:latin typeface="Gadugi" panose="020B0502040204020203" pitchFamily="34" charset="0"/>
                <a:ea typeface="Gadugi" panose="020B0502040204020203" pitchFamily="34" charset="0"/>
              </a:rPr>
              <a:t>Saudi Arabian GP in Jeddah (Apr 17–19, Round 4) is the only round lost.</a:t>
            </a:r>
            <a:endParaRPr lang="en-US" sz="1400" dirty="0">
              <a:latin typeface="Gadugi" panose="020B0502040204020203" pitchFamily="34" charset="0"/>
              <a:ea typeface="Gadugi" panose="020B0502040204020203" pitchFamily="34" charset="0"/>
            </a:endParaRPr>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latin typeface="Gadugi" panose="020B0502040204020203" pitchFamily="34" charset="0"/>
                <a:ea typeface="Gadugi" panose="020B0502040204020203" pitchFamily="34" charset="0"/>
              </a:rPr>
              <a:t>11</a:t>
            </a:fld>
            <a:endParaRPr lang="en-US">
              <a:latin typeface="Gadugi" panose="020B0502040204020203" pitchFamily="34" charset="0"/>
              <a:ea typeface="Gadugi" panose="020B0502040204020203"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latin typeface="Gadugi" panose="020B0502040204020203" pitchFamily="34" charset="0"/>
                <a:ea typeface="Gadugi" panose="020B0502040204020203" pitchFamily="34" charset="0"/>
              </a:rPr>
              <a:t>Five races left in the season</a:t>
            </a:r>
            <a:endParaRPr lang="en-US" sz="3400" dirty="0">
              <a:latin typeface="Gadugi" panose="020B0502040204020203" pitchFamily="34" charset="0"/>
              <a:ea typeface="Gadugi" panose="020B0502040204020203" pitchFamily="34" charset="0"/>
            </a:endParaRPr>
          </a:p>
        </p:txBody>
      </p:sp>
      <p:sp>
        <p:nvSpPr>
          <p:cNvPr id="3" name="Text 1"/>
          <p:cNvSpPr txBox="1"/>
          <p:nvPr/>
        </p:nvSpPr>
        <p:spPr>
          <a:xfrm>
            <a:off x="548640" y="1325880"/>
            <a:ext cx="11091672" cy="457200"/>
          </a:xfrm>
          <a:prstGeom prst="rect">
            <a:avLst/>
          </a:prstGeom>
          <a:noFill/>
          <a:ln/>
        </p:spPr>
        <p:txBody>
          <a:bodyPr wrap="square" lIns="0" tIns="0" rIns="0" bIns="0" rtlCol="0" anchor="ctr"/>
          <a:lstStyle/>
          <a:p>
            <a:pPr marL="0" indent="0">
              <a:buNone/>
            </a:pPr>
            <a:r>
              <a:rPr lang="en-US" sz="2200" b="1" dirty="0">
                <a:solidFill>
                  <a:schemeClr val="accent1"/>
                </a:solidFill>
                <a:latin typeface="Gadugi" panose="020B0502040204020203" pitchFamily="34" charset="0"/>
                <a:ea typeface="Gadugi" panose="020B0502040204020203" pitchFamily="34" charset="0"/>
                <a:cs typeface="Arial" pitchFamily="34" charset="-120"/>
              </a:rPr>
              <a:t>Next up: Mexico City Grand Prix, Oct 30 – Nov 1</a:t>
            </a:r>
            <a:endParaRPr lang="en-US" sz="2200" dirty="0">
              <a:latin typeface="Gadugi" panose="020B0502040204020203" pitchFamily="34" charset="0"/>
              <a:ea typeface="Gadugi" panose="020B0502040204020203" pitchFamily="34" charset="0"/>
            </a:endParaRPr>
          </a:p>
        </p:txBody>
      </p:sp>
      <p:sp>
        <p:nvSpPr>
          <p:cNvPr id="4" name="Timeline connector"/>
          <p:cNvSpPr/>
          <p:nvPr/>
        </p:nvSpPr>
        <p:spPr>
          <a:xfrm>
            <a:off x="1600200" y="2331720"/>
            <a:ext cx="8988552" cy="0"/>
          </a:xfrm>
          <a:prstGeom prst="line">
            <a:avLst/>
          </a:prstGeom>
          <a:noFill/>
          <a:ln w="19050">
            <a:solidFill>
              <a:schemeClr val="tx2"/>
            </a:solidFill>
            <a:prstDash val="solid"/>
          </a:ln>
        </p:spPr>
      </p:sp>
      <p:sp>
        <p:nvSpPr>
          <p:cNvPr id="5" name="Node R20"/>
          <p:cNvSpPr/>
          <p:nvPr/>
        </p:nvSpPr>
        <p:spPr>
          <a:xfrm>
            <a:off x="1325880" y="2057400"/>
            <a:ext cx="548640" cy="548640"/>
          </a:xfrm>
          <a:prstGeom prst="ellipse">
            <a:avLst/>
          </a:prstGeom>
          <a:solidFill>
            <a:schemeClr val="accent1"/>
          </a:solidFill>
          <a:ln/>
        </p:spPr>
      </p:sp>
      <p:sp>
        <p:nvSpPr>
          <p:cNvPr id="6" name="Text 4"/>
          <p:cNvSpPr txBox="1"/>
          <p:nvPr/>
        </p:nvSpPr>
        <p:spPr>
          <a:xfrm>
            <a:off x="1325880" y="205740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latin typeface="Gadugi" panose="020B0502040204020203" pitchFamily="34" charset="0"/>
                <a:ea typeface="Gadugi" panose="020B0502040204020203" pitchFamily="34" charset="0"/>
                <a:cs typeface="Arial" pitchFamily="34" charset="-120"/>
              </a:rPr>
              <a:t>20</a:t>
            </a:r>
            <a:endParaRPr lang="en-US" sz="1600" dirty="0">
              <a:latin typeface="Gadugi" panose="020B0502040204020203" pitchFamily="34" charset="0"/>
              <a:ea typeface="Gadugi" panose="020B0502040204020203" pitchFamily="34" charset="0"/>
            </a:endParaRPr>
          </a:p>
        </p:txBody>
      </p:sp>
      <p:sp>
        <p:nvSpPr>
          <p:cNvPr id="7" name="Upcoming card R20"/>
          <p:cNvSpPr/>
          <p:nvPr/>
        </p:nvSpPr>
        <p:spPr>
          <a:xfrm>
            <a:off x="548640" y="2880360"/>
            <a:ext cx="2103120" cy="2834640"/>
          </a:xfrm>
          <a:prstGeom prst="roundRect">
            <a:avLst>
              <a:gd name="adj" fmla="val 5217"/>
            </a:avLst>
          </a:prstGeom>
          <a:solidFill>
            <a:schemeClr val="bg2"/>
          </a:solidFill>
          <a:ln/>
        </p:spPr>
      </p:sp>
      <p:sp>
        <p:nvSpPr>
          <p:cNvPr id="8" name="Text 6"/>
          <p:cNvSpPr txBox="1"/>
          <p:nvPr/>
        </p:nvSpPr>
        <p:spPr>
          <a:xfrm>
            <a:off x="731520" y="3017520"/>
            <a:ext cx="1737360" cy="777240"/>
          </a:xfrm>
          <a:prstGeom prst="rect">
            <a:avLst/>
          </a:prstGeom>
          <a:noFill/>
          <a:ln/>
        </p:spPr>
        <p:txBody>
          <a:bodyPr wrap="square" lIns="0" tIns="0" rIns="0" bIns="0" rtlCol="0" anchor="t"/>
          <a:lstStyle/>
          <a:p>
            <a:pPr marL="0" indent="0">
              <a:buNone/>
            </a:pPr>
            <a:r>
              <a:rPr lang="en-US" sz="1800" b="1" dirty="0">
                <a:solidFill>
                  <a:schemeClr val="tx1"/>
                </a:solidFill>
                <a:latin typeface="Gadugi" panose="020B0502040204020203" pitchFamily="34" charset="0"/>
                <a:ea typeface="Gadugi" panose="020B0502040204020203" pitchFamily="34" charset="0"/>
                <a:cs typeface="Arial" pitchFamily="34" charset="-120"/>
              </a:rPr>
              <a:t>Mexico City Grand Prix</a:t>
            </a:r>
            <a:endParaRPr lang="en-US" sz="1800" dirty="0">
              <a:latin typeface="Gadugi" panose="020B0502040204020203" pitchFamily="34" charset="0"/>
              <a:ea typeface="Gadugi" panose="020B0502040204020203" pitchFamily="34" charset="0"/>
            </a:endParaRPr>
          </a:p>
        </p:txBody>
      </p:sp>
      <p:sp>
        <p:nvSpPr>
          <p:cNvPr id="9" name="Text 7"/>
          <p:cNvSpPr txBox="1"/>
          <p:nvPr/>
        </p:nvSpPr>
        <p:spPr>
          <a:xfrm>
            <a:off x="731520" y="3840480"/>
            <a:ext cx="1737360" cy="548640"/>
          </a:xfrm>
          <a:prstGeom prst="rect">
            <a:avLst/>
          </a:prstGeom>
          <a:noFill/>
          <a:ln/>
        </p:spPr>
        <p:txBody>
          <a:bodyPr wrap="square" lIns="0" tIns="0" rIns="0" bIns="0" rtlCol="0" anchor="t"/>
          <a:lstStyle/>
          <a:p>
            <a:pPr marL="0" indent="0">
              <a:buNone/>
            </a:pPr>
            <a:r>
              <a:rPr lang="en-US" sz="1400" dirty="0">
                <a:solidFill>
                  <a:schemeClr val="tx1"/>
                </a:solidFill>
                <a:latin typeface="Gadugi" panose="020B0502040204020203" pitchFamily="34" charset="0"/>
                <a:ea typeface="Gadugi" panose="020B0502040204020203" pitchFamily="34" charset="0"/>
              </a:rPr>
              <a:t>Mexico City, Mexico</a:t>
            </a:r>
            <a:endParaRPr lang="en-US" sz="1400" dirty="0">
              <a:latin typeface="Gadugi" panose="020B0502040204020203" pitchFamily="34" charset="0"/>
              <a:ea typeface="Gadugi" panose="020B0502040204020203" pitchFamily="34" charset="0"/>
            </a:endParaRPr>
          </a:p>
        </p:txBody>
      </p:sp>
      <p:sp>
        <p:nvSpPr>
          <p:cNvPr id="10" name="Text 8"/>
          <p:cNvSpPr txBox="1"/>
          <p:nvPr/>
        </p:nvSpPr>
        <p:spPr>
          <a:xfrm>
            <a:off x="731520" y="4434840"/>
            <a:ext cx="1737360" cy="685800"/>
          </a:xfrm>
          <a:prstGeom prst="rect">
            <a:avLst/>
          </a:prstGeom>
          <a:noFill/>
          <a:ln/>
        </p:spPr>
        <p:txBody>
          <a:bodyPr wrap="square" lIns="0" tIns="0" rIns="0" bIns="0" rtlCol="0" anchor="t"/>
          <a:lstStyle/>
          <a:p>
            <a:pPr marL="0" indent="0">
              <a:buNone/>
            </a:pPr>
            <a:r>
              <a:rPr lang="en-US" sz="1400" dirty="0">
                <a:solidFill>
                  <a:schemeClr val="tx2"/>
                </a:solidFill>
                <a:latin typeface="Gadugi" panose="020B0502040204020203" pitchFamily="34" charset="0"/>
                <a:ea typeface="Gadugi" panose="020B0502040204020203" pitchFamily="34" charset="0"/>
              </a:rPr>
              <a:t>Autódromo Hermanos Rodríguez</a:t>
            </a:r>
            <a:endParaRPr lang="en-US" sz="1400" dirty="0">
              <a:latin typeface="Gadugi" panose="020B0502040204020203" pitchFamily="34" charset="0"/>
              <a:ea typeface="Gadugi" panose="020B0502040204020203" pitchFamily="34" charset="0"/>
            </a:endParaRPr>
          </a:p>
        </p:txBody>
      </p:sp>
      <p:sp>
        <p:nvSpPr>
          <p:cNvPr id="11" name="Text 9"/>
          <p:cNvSpPr txBox="1"/>
          <p:nvPr/>
        </p:nvSpPr>
        <p:spPr>
          <a:xfrm>
            <a:off x="731520" y="5166360"/>
            <a:ext cx="1737360" cy="365760"/>
          </a:xfrm>
          <a:prstGeom prst="rect">
            <a:avLst/>
          </a:prstGeom>
          <a:noFill/>
          <a:ln/>
        </p:spPr>
        <p:txBody>
          <a:bodyPr wrap="square" lIns="0" tIns="0" rIns="0" bIns="0" rtlCol="0" anchor="ctr"/>
          <a:lstStyle/>
          <a:p>
            <a:pPr marL="0" indent="0">
              <a:buNone/>
            </a:pPr>
            <a:r>
              <a:rPr lang="en-US" sz="1600" b="1" dirty="0">
                <a:solidFill>
                  <a:schemeClr val="accent1"/>
                </a:solidFill>
                <a:latin typeface="Gadugi" panose="020B0502040204020203" pitchFamily="34" charset="0"/>
                <a:ea typeface="Gadugi" panose="020B0502040204020203" pitchFamily="34" charset="0"/>
              </a:rPr>
              <a:t>Oct 30 – Nov 1</a:t>
            </a:r>
            <a:endParaRPr lang="en-US" sz="1600" dirty="0">
              <a:latin typeface="Gadugi" panose="020B0502040204020203" pitchFamily="34" charset="0"/>
              <a:ea typeface="Gadugi" panose="020B0502040204020203" pitchFamily="34" charset="0"/>
            </a:endParaRPr>
          </a:p>
        </p:txBody>
      </p:sp>
      <p:sp>
        <p:nvSpPr>
          <p:cNvPr id="12" name="Node R21"/>
          <p:cNvSpPr/>
          <p:nvPr/>
        </p:nvSpPr>
        <p:spPr>
          <a:xfrm>
            <a:off x="3573018" y="2057400"/>
            <a:ext cx="548640" cy="548640"/>
          </a:xfrm>
          <a:prstGeom prst="ellipse">
            <a:avLst/>
          </a:prstGeom>
          <a:solidFill>
            <a:schemeClr val="tx1"/>
          </a:solidFill>
          <a:ln/>
        </p:spPr>
      </p:sp>
      <p:sp>
        <p:nvSpPr>
          <p:cNvPr id="13" name="Text 11"/>
          <p:cNvSpPr txBox="1"/>
          <p:nvPr/>
        </p:nvSpPr>
        <p:spPr>
          <a:xfrm>
            <a:off x="3573018" y="205740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latin typeface="Gadugi" panose="020B0502040204020203" pitchFamily="34" charset="0"/>
                <a:ea typeface="Gadugi" panose="020B0502040204020203" pitchFamily="34" charset="0"/>
                <a:cs typeface="Arial" pitchFamily="34" charset="-120"/>
              </a:rPr>
              <a:t>21</a:t>
            </a:r>
            <a:endParaRPr lang="en-US" sz="1600" dirty="0">
              <a:latin typeface="Gadugi" panose="020B0502040204020203" pitchFamily="34" charset="0"/>
              <a:ea typeface="Gadugi" panose="020B0502040204020203" pitchFamily="34" charset="0"/>
            </a:endParaRPr>
          </a:p>
        </p:txBody>
      </p:sp>
      <p:sp>
        <p:nvSpPr>
          <p:cNvPr id="14" name="Upcoming card R21"/>
          <p:cNvSpPr/>
          <p:nvPr/>
        </p:nvSpPr>
        <p:spPr>
          <a:xfrm>
            <a:off x="2795778" y="2880360"/>
            <a:ext cx="2103120" cy="2834640"/>
          </a:xfrm>
          <a:prstGeom prst="roundRect">
            <a:avLst>
              <a:gd name="adj" fmla="val 5217"/>
            </a:avLst>
          </a:prstGeom>
          <a:solidFill>
            <a:schemeClr val="bg2"/>
          </a:solidFill>
          <a:ln/>
        </p:spPr>
      </p:sp>
      <p:sp>
        <p:nvSpPr>
          <p:cNvPr id="15" name="Text 13"/>
          <p:cNvSpPr txBox="1"/>
          <p:nvPr/>
        </p:nvSpPr>
        <p:spPr>
          <a:xfrm>
            <a:off x="2978658" y="3017520"/>
            <a:ext cx="1737360" cy="777240"/>
          </a:xfrm>
          <a:prstGeom prst="rect">
            <a:avLst/>
          </a:prstGeom>
          <a:noFill/>
          <a:ln/>
        </p:spPr>
        <p:txBody>
          <a:bodyPr wrap="square" lIns="0" tIns="0" rIns="0" bIns="0" rtlCol="0" anchor="t"/>
          <a:lstStyle/>
          <a:p>
            <a:pPr marL="0" indent="0">
              <a:buNone/>
            </a:pPr>
            <a:r>
              <a:rPr lang="en-US" sz="1800" b="1" dirty="0">
                <a:solidFill>
                  <a:schemeClr val="tx1"/>
                </a:solidFill>
                <a:latin typeface="Gadugi" panose="020B0502040204020203" pitchFamily="34" charset="0"/>
                <a:ea typeface="Gadugi" panose="020B0502040204020203" pitchFamily="34" charset="0"/>
                <a:cs typeface="Arial" pitchFamily="34" charset="-120"/>
              </a:rPr>
              <a:t>São Paulo Grand Prix</a:t>
            </a:r>
            <a:endParaRPr lang="en-US" sz="1800" dirty="0">
              <a:latin typeface="Gadugi" panose="020B0502040204020203" pitchFamily="34" charset="0"/>
              <a:ea typeface="Gadugi" panose="020B0502040204020203" pitchFamily="34" charset="0"/>
            </a:endParaRPr>
          </a:p>
        </p:txBody>
      </p:sp>
      <p:sp>
        <p:nvSpPr>
          <p:cNvPr id="16" name="Text 14"/>
          <p:cNvSpPr txBox="1"/>
          <p:nvPr/>
        </p:nvSpPr>
        <p:spPr>
          <a:xfrm>
            <a:off x="2978658" y="3840480"/>
            <a:ext cx="1737360" cy="548640"/>
          </a:xfrm>
          <a:prstGeom prst="rect">
            <a:avLst/>
          </a:prstGeom>
          <a:noFill/>
          <a:ln/>
        </p:spPr>
        <p:txBody>
          <a:bodyPr wrap="square" lIns="0" tIns="0" rIns="0" bIns="0" rtlCol="0" anchor="t"/>
          <a:lstStyle/>
          <a:p>
            <a:pPr marL="0" indent="0">
              <a:buNone/>
            </a:pPr>
            <a:r>
              <a:rPr lang="en-US" sz="1400" dirty="0">
                <a:solidFill>
                  <a:schemeClr val="tx1"/>
                </a:solidFill>
                <a:latin typeface="Gadugi" panose="020B0502040204020203" pitchFamily="34" charset="0"/>
                <a:ea typeface="Gadugi" panose="020B0502040204020203" pitchFamily="34" charset="0"/>
              </a:rPr>
              <a:t>São Paulo, Brazil</a:t>
            </a:r>
            <a:endParaRPr lang="en-US" sz="1400" dirty="0">
              <a:latin typeface="Gadugi" panose="020B0502040204020203" pitchFamily="34" charset="0"/>
              <a:ea typeface="Gadugi" panose="020B0502040204020203" pitchFamily="34" charset="0"/>
            </a:endParaRPr>
          </a:p>
        </p:txBody>
      </p:sp>
      <p:sp>
        <p:nvSpPr>
          <p:cNvPr id="17" name="Text 15"/>
          <p:cNvSpPr txBox="1"/>
          <p:nvPr/>
        </p:nvSpPr>
        <p:spPr>
          <a:xfrm>
            <a:off x="2978658" y="4434840"/>
            <a:ext cx="1737360" cy="685800"/>
          </a:xfrm>
          <a:prstGeom prst="rect">
            <a:avLst/>
          </a:prstGeom>
          <a:noFill/>
          <a:ln/>
        </p:spPr>
        <p:txBody>
          <a:bodyPr wrap="square" lIns="0" tIns="0" rIns="0" bIns="0" rtlCol="0" anchor="t"/>
          <a:lstStyle/>
          <a:p>
            <a:pPr marL="0" indent="0">
              <a:buNone/>
            </a:pPr>
            <a:r>
              <a:rPr lang="en-US" sz="1400" dirty="0">
                <a:solidFill>
                  <a:schemeClr val="tx2"/>
                </a:solidFill>
                <a:latin typeface="Gadugi" panose="020B0502040204020203" pitchFamily="34" charset="0"/>
                <a:ea typeface="Gadugi" panose="020B0502040204020203" pitchFamily="34" charset="0"/>
              </a:rPr>
              <a:t>Autódromo José Carlos Pace</a:t>
            </a:r>
            <a:endParaRPr lang="en-US" sz="1400" dirty="0">
              <a:latin typeface="Gadugi" panose="020B0502040204020203" pitchFamily="34" charset="0"/>
              <a:ea typeface="Gadugi" panose="020B0502040204020203" pitchFamily="34" charset="0"/>
            </a:endParaRPr>
          </a:p>
        </p:txBody>
      </p:sp>
      <p:sp>
        <p:nvSpPr>
          <p:cNvPr id="18" name="Text 16"/>
          <p:cNvSpPr txBox="1"/>
          <p:nvPr/>
        </p:nvSpPr>
        <p:spPr>
          <a:xfrm>
            <a:off x="2978658" y="5166360"/>
            <a:ext cx="1737360" cy="365760"/>
          </a:xfrm>
          <a:prstGeom prst="rect">
            <a:avLst/>
          </a:prstGeom>
          <a:noFill/>
          <a:ln/>
        </p:spPr>
        <p:txBody>
          <a:bodyPr wrap="square" lIns="0" tIns="0" rIns="0" bIns="0" rtlCol="0" anchor="ctr"/>
          <a:lstStyle/>
          <a:p>
            <a:pPr marL="0" indent="0">
              <a:buNone/>
            </a:pPr>
            <a:r>
              <a:rPr lang="en-US" sz="1600" b="1" dirty="0">
                <a:solidFill>
                  <a:schemeClr val="accent1"/>
                </a:solidFill>
                <a:latin typeface="Gadugi" panose="020B0502040204020203" pitchFamily="34" charset="0"/>
                <a:ea typeface="Gadugi" panose="020B0502040204020203" pitchFamily="34" charset="0"/>
              </a:rPr>
              <a:t>Nov 6–8</a:t>
            </a:r>
            <a:endParaRPr lang="en-US" sz="1600" dirty="0">
              <a:latin typeface="Gadugi" panose="020B0502040204020203" pitchFamily="34" charset="0"/>
              <a:ea typeface="Gadugi" panose="020B0502040204020203" pitchFamily="34" charset="0"/>
            </a:endParaRPr>
          </a:p>
        </p:txBody>
      </p:sp>
      <p:sp>
        <p:nvSpPr>
          <p:cNvPr id="19" name="Node R22"/>
          <p:cNvSpPr/>
          <p:nvPr/>
        </p:nvSpPr>
        <p:spPr>
          <a:xfrm>
            <a:off x="5820156" y="2057400"/>
            <a:ext cx="548640" cy="548640"/>
          </a:xfrm>
          <a:prstGeom prst="ellipse">
            <a:avLst/>
          </a:prstGeom>
          <a:solidFill>
            <a:schemeClr val="tx1"/>
          </a:solidFill>
          <a:ln/>
        </p:spPr>
      </p:sp>
      <p:sp>
        <p:nvSpPr>
          <p:cNvPr id="20" name="Text 18"/>
          <p:cNvSpPr txBox="1"/>
          <p:nvPr/>
        </p:nvSpPr>
        <p:spPr>
          <a:xfrm>
            <a:off x="5820156" y="205740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latin typeface="Gadugi" panose="020B0502040204020203" pitchFamily="34" charset="0"/>
                <a:ea typeface="Gadugi" panose="020B0502040204020203" pitchFamily="34" charset="0"/>
                <a:cs typeface="Arial" pitchFamily="34" charset="-120"/>
              </a:rPr>
              <a:t>22</a:t>
            </a:r>
            <a:endParaRPr lang="en-US" sz="1600" dirty="0">
              <a:latin typeface="Gadugi" panose="020B0502040204020203" pitchFamily="34" charset="0"/>
              <a:ea typeface="Gadugi" panose="020B0502040204020203" pitchFamily="34" charset="0"/>
            </a:endParaRPr>
          </a:p>
        </p:txBody>
      </p:sp>
      <p:sp>
        <p:nvSpPr>
          <p:cNvPr id="21" name="Upcoming card R22"/>
          <p:cNvSpPr/>
          <p:nvPr/>
        </p:nvSpPr>
        <p:spPr>
          <a:xfrm>
            <a:off x="5042916" y="2880360"/>
            <a:ext cx="2103120" cy="2834640"/>
          </a:xfrm>
          <a:prstGeom prst="roundRect">
            <a:avLst>
              <a:gd name="adj" fmla="val 5217"/>
            </a:avLst>
          </a:prstGeom>
          <a:solidFill>
            <a:schemeClr val="bg2"/>
          </a:solidFill>
          <a:ln/>
        </p:spPr>
      </p:sp>
      <p:sp>
        <p:nvSpPr>
          <p:cNvPr id="22" name="Text 20"/>
          <p:cNvSpPr txBox="1"/>
          <p:nvPr/>
        </p:nvSpPr>
        <p:spPr>
          <a:xfrm>
            <a:off x="5225796" y="3017520"/>
            <a:ext cx="1737360" cy="777240"/>
          </a:xfrm>
          <a:prstGeom prst="rect">
            <a:avLst/>
          </a:prstGeom>
          <a:noFill/>
          <a:ln/>
        </p:spPr>
        <p:txBody>
          <a:bodyPr wrap="square" lIns="0" tIns="0" rIns="0" bIns="0" rtlCol="0" anchor="t"/>
          <a:lstStyle/>
          <a:p>
            <a:pPr marL="0" indent="0">
              <a:buNone/>
            </a:pPr>
            <a:r>
              <a:rPr lang="en-US" sz="1800" b="1" dirty="0">
                <a:solidFill>
                  <a:schemeClr val="tx1"/>
                </a:solidFill>
                <a:latin typeface="Gadugi" panose="020B0502040204020203" pitchFamily="34" charset="0"/>
                <a:ea typeface="Gadugi" panose="020B0502040204020203" pitchFamily="34" charset="0"/>
                <a:cs typeface="Arial" pitchFamily="34" charset="-120"/>
              </a:rPr>
              <a:t>Las Vegas Grand Prix</a:t>
            </a:r>
            <a:endParaRPr lang="en-US" sz="1800" dirty="0">
              <a:latin typeface="Gadugi" panose="020B0502040204020203" pitchFamily="34" charset="0"/>
              <a:ea typeface="Gadugi" panose="020B0502040204020203" pitchFamily="34" charset="0"/>
            </a:endParaRPr>
          </a:p>
        </p:txBody>
      </p:sp>
      <p:sp>
        <p:nvSpPr>
          <p:cNvPr id="23" name="Text 21"/>
          <p:cNvSpPr txBox="1"/>
          <p:nvPr/>
        </p:nvSpPr>
        <p:spPr>
          <a:xfrm>
            <a:off x="5225796" y="3840480"/>
            <a:ext cx="1737360" cy="548640"/>
          </a:xfrm>
          <a:prstGeom prst="rect">
            <a:avLst/>
          </a:prstGeom>
          <a:noFill/>
          <a:ln/>
        </p:spPr>
        <p:txBody>
          <a:bodyPr wrap="square" lIns="0" tIns="0" rIns="0" bIns="0" rtlCol="0" anchor="t"/>
          <a:lstStyle/>
          <a:p>
            <a:pPr marL="0" indent="0">
              <a:buNone/>
            </a:pPr>
            <a:r>
              <a:rPr lang="en-US" sz="1400" dirty="0">
                <a:solidFill>
                  <a:schemeClr val="tx1"/>
                </a:solidFill>
                <a:latin typeface="Gadugi" panose="020B0502040204020203" pitchFamily="34" charset="0"/>
                <a:ea typeface="Gadugi" panose="020B0502040204020203" pitchFamily="34" charset="0"/>
              </a:rPr>
              <a:t>Las Vegas, United States</a:t>
            </a:r>
            <a:endParaRPr lang="en-US" sz="1400" dirty="0">
              <a:latin typeface="Gadugi" panose="020B0502040204020203" pitchFamily="34" charset="0"/>
              <a:ea typeface="Gadugi" panose="020B0502040204020203" pitchFamily="34" charset="0"/>
            </a:endParaRPr>
          </a:p>
        </p:txBody>
      </p:sp>
      <p:sp>
        <p:nvSpPr>
          <p:cNvPr id="24" name="Text 22"/>
          <p:cNvSpPr txBox="1"/>
          <p:nvPr/>
        </p:nvSpPr>
        <p:spPr>
          <a:xfrm>
            <a:off x="5225796" y="4434840"/>
            <a:ext cx="1737360" cy="685800"/>
          </a:xfrm>
          <a:prstGeom prst="rect">
            <a:avLst/>
          </a:prstGeom>
          <a:noFill/>
          <a:ln/>
        </p:spPr>
        <p:txBody>
          <a:bodyPr wrap="square" lIns="0" tIns="0" rIns="0" bIns="0" rtlCol="0" anchor="t"/>
          <a:lstStyle/>
          <a:p>
            <a:pPr marL="0" indent="0">
              <a:buNone/>
            </a:pPr>
            <a:r>
              <a:rPr lang="en-US" sz="1400" dirty="0">
                <a:solidFill>
                  <a:schemeClr val="tx2"/>
                </a:solidFill>
                <a:latin typeface="Gadugi" panose="020B0502040204020203" pitchFamily="34" charset="0"/>
                <a:ea typeface="Gadugi" panose="020B0502040204020203" pitchFamily="34" charset="0"/>
              </a:rPr>
              <a:t>Las Vegas Strip Circuit</a:t>
            </a:r>
            <a:endParaRPr lang="en-US" sz="1400" dirty="0">
              <a:latin typeface="Gadugi" panose="020B0502040204020203" pitchFamily="34" charset="0"/>
              <a:ea typeface="Gadugi" panose="020B0502040204020203" pitchFamily="34" charset="0"/>
            </a:endParaRPr>
          </a:p>
        </p:txBody>
      </p:sp>
      <p:sp>
        <p:nvSpPr>
          <p:cNvPr id="25" name="Text 23"/>
          <p:cNvSpPr txBox="1"/>
          <p:nvPr/>
        </p:nvSpPr>
        <p:spPr>
          <a:xfrm>
            <a:off x="5225796" y="5166360"/>
            <a:ext cx="1737360" cy="365760"/>
          </a:xfrm>
          <a:prstGeom prst="rect">
            <a:avLst/>
          </a:prstGeom>
          <a:noFill/>
          <a:ln/>
        </p:spPr>
        <p:txBody>
          <a:bodyPr wrap="square" lIns="0" tIns="0" rIns="0" bIns="0" rtlCol="0" anchor="ctr"/>
          <a:lstStyle/>
          <a:p>
            <a:pPr marL="0" indent="0">
              <a:buNone/>
            </a:pPr>
            <a:r>
              <a:rPr lang="en-US" sz="1600" b="1" dirty="0">
                <a:solidFill>
                  <a:schemeClr val="accent1"/>
                </a:solidFill>
                <a:latin typeface="Gadugi" panose="020B0502040204020203" pitchFamily="34" charset="0"/>
                <a:ea typeface="Gadugi" panose="020B0502040204020203" pitchFamily="34" charset="0"/>
              </a:rPr>
              <a:t>Nov 19–21</a:t>
            </a:r>
            <a:endParaRPr lang="en-US" sz="1600" dirty="0">
              <a:latin typeface="Gadugi" panose="020B0502040204020203" pitchFamily="34" charset="0"/>
              <a:ea typeface="Gadugi" panose="020B0502040204020203" pitchFamily="34" charset="0"/>
            </a:endParaRPr>
          </a:p>
        </p:txBody>
      </p:sp>
      <p:sp>
        <p:nvSpPr>
          <p:cNvPr id="26" name="Node R23"/>
          <p:cNvSpPr/>
          <p:nvPr/>
        </p:nvSpPr>
        <p:spPr>
          <a:xfrm>
            <a:off x="8067294" y="2057400"/>
            <a:ext cx="548640" cy="548640"/>
          </a:xfrm>
          <a:prstGeom prst="ellipse">
            <a:avLst/>
          </a:prstGeom>
          <a:solidFill>
            <a:schemeClr val="tx1"/>
          </a:solidFill>
          <a:ln/>
        </p:spPr>
      </p:sp>
      <p:sp>
        <p:nvSpPr>
          <p:cNvPr id="27" name="Text 25"/>
          <p:cNvSpPr txBox="1"/>
          <p:nvPr/>
        </p:nvSpPr>
        <p:spPr>
          <a:xfrm>
            <a:off x="8067294" y="205740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latin typeface="Gadugi" panose="020B0502040204020203" pitchFamily="34" charset="0"/>
                <a:ea typeface="Gadugi" panose="020B0502040204020203" pitchFamily="34" charset="0"/>
                <a:cs typeface="Arial" pitchFamily="34" charset="-120"/>
              </a:rPr>
              <a:t>23</a:t>
            </a:r>
            <a:endParaRPr lang="en-US" sz="1600" dirty="0">
              <a:latin typeface="Gadugi" panose="020B0502040204020203" pitchFamily="34" charset="0"/>
              <a:ea typeface="Gadugi" panose="020B0502040204020203" pitchFamily="34" charset="0"/>
            </a:endParaRPr>
          </a:p>
        </p:txBody>
      </p:sp>
      <p:sp>
        <p:nvSpPr>
          <p:cNvPr id="28" name="Upcoming card R23"/>
          <p:cNvSpPr/>
          <p:nvPr/>
        </p:nvSpPr>
        <p:spPr>
          <a:xfrm>
            <a:off x="7290054" y="2880360"/>
            <a:ext cx="2103120" cy="2834640"/>
          </a:xfrm>
          <a:prstGeom prst="roundRect">
            <a:avLst>
              <a:gd name="adj" fmla="val 5217"/>
            </a:avLst>
          </a:prstGeom>
          <a:solidFill>
            <a:schemeClr val="bg2"/>
          </a:solidFill>
          <a:ln/>
        </p:spPr>
      </p:sp>
      <p:sp>
        <p:nvSpPr>
          <p:cNvPr id="29" name="Text 27"/>
          <p:cNvSpPr txBox="1"/>
          <p:nvPr/>
        </p:nvSpPr>
        <p:spPr>
          <a:xfrm>
            <a:off x="7472934" y="3017520"/>
            <a:ext cx="1737360" cy="777240"/>
          </a:xfrm>
          <a:prstGeom prst="rect">
            <a:avLst/>
          </a:prstGeom>
          <a:noFill/>
          <a:ln/>
        </p:spPr>
        <p:txBody>
          <a:bodyPr wrap="square" lIns="0" tIns="0" rIns="0" bIns="0" rtlCol="0" anchor="t"/>
          <a:lstStyle/>
          <a:p>
            <a:pPr marL="0" indent="0">
              <a:buNone/>
            </a:pPr>
            <a:r>
              <a:rPr lang="en-US" sz="1800" b="1" dirty="0">
                <a:solidFill>
                  <a:schemeClr val="tx1"/>
                </a:solidFill>
                <a:latin typeface="Gadugi" panose="020B0502040204020203" pitchFamily="34" charset="0"/>
                <a:ea typeface="Gadugi" panose="020B0502040204020203" pitchFamily="34" charset="0"/>
                <a:cs typeface="Arial" pitchFamily="34" charset="-120"/>
              </a:rPr>
              <a:t>Qatar Grand Prix</a:t>
            </a:r>
            <a:endParaRPr lang="en-US" sz="1800" dirty="0">
              <a:latin typeface="Gadugi" panose="020B0502040204020203" pitchFamily="34" charset="0"/>
              <a:ea typeface="Gadugi" panose="020B0502040204020203" pitchFamily="34" charset="0"/>
            </a:endParaRPr>
          </a:p>
        </p:txBody>
      </p:sp>
      <p:sp>
        <p:nvSpPr>
          <p:cNvPr id="30" name="Text 28"/>
          <p:cNvSpPr txBox="1"/>
          <p:nvPr/>
        </p:nvSpPr>
        <p:spPr>
          <a:xfrm>
            <a:off x="7472934" y="3840480"/>
            <a:ext cx="1737360" cy="548640"/>
          </a:xfrm>
          <a:prstGeom prst="rect">
            <a:avLst/>
          </a:prstGeom>
          <a:noFill/>
          <a:ln/>
        </p:spPr>
        <p:txBody>
          <a:bodyPr wrap="square" lIns="0" tIns="0" rIns="0" bIns="0" rtlCol="0" anchor="t"/>
          <a:lstStyle/>
          <a:p>
            <a:pPr marL="0" indent="0">
              <a:buNone/>
            </a:pPr>
            <a:r>
              <a:rPr lang="en-US" sz="1400" dirty="0">
                <a:solidFill>
                  <a:schemeClr val="tx1"/>
                </a:solidFill>
                <a:latin typeface="Gadugi" panose="020B0502040204020203" pitchFamily="34" charset="0"/>
                <a:ea typeface="Gadugi" panose="020B0502040204020203" pitchFamily="34" charset="0"/>
              </a:rPr>
              <a:t>Lusail, Qatar</a:t>
            </a:r>
            <a:endParaRPr lang="en-US" sz="1400" dirty="0">
              <a:latin typeface="Gadugi" panose="020B0502040204020203" pitchFamily="34" charset="0"/>
              <a:ea typeface="Gadugi" panose="020B0502040204020203" pitchFamily="34" charset="0"/>
            </a:endParaRPr>
          </a:p>
        </p:txBody>
      </p:sp>
      <p:sp>
        <p:nvSpPr>
          <p:cNvPr id="31" name="Text 29"/>
          <p:cNvSpPr txBox="1"/>
          <p:nvPr/>
        </p:nvSpPr>
        <p:spPr>
          <a:xfrm>
            <a:off x="7472934" y="4434840"/>
            <a:ext cx="1737360" cy="685800"/>
          </a:xfrm>
          <a:prstGeom prst="rect">
            <a:avLst/>
          </a:prstGeom>
          <a:noFill/>
          <a:ln/>
        </p:spPr>
        <p:txBody>
          <a:bodyPr wrap="square" lIns="0" tIns="0" rIns="0" bIns="0" rtlCol="0" anchor="t"/>
          <a:lstStyle/>
          <a:p>
            <a:pPr marL="0" indent="0">
              <a:buNone/>
            </a:pPr>
            <a:r>
              <a:rPr lang="en-US" sz="1400" dirty="0">
                <a:solidFill>
                  <a:schemeClr val="tx2"/>
                </a:solidFill>
                <a:latin typeface="Gadugi" panose="020B0502040204020203" pitchFamily="34" charset="0"/>
                <a:ea typeface="Gadugi" panose="020B0502040204020203" pitchFamily="34" charset="0"/>
              </a:rPr>
              <a:t>Lusail International Circuit</a:t>
            </a:r>
            <a:endParaRPr lang="en-US" sz="1400" dirty="0">
              <a:latin typeface="Gadugi" panose="020B0502040204020203" pitchFamily="34" charset="0"/>
              <a:ea typeface="Gadugi" panose="020B0502040204020203" pitchFamily="34" charset="0"/>
            </a:endParaRPr>
          </a:p>
        </p:txBody>
      </p:sp>
      <p:sp>
        <p:nvSpPr>
          <p:cNvPr id="32" name="Text 30"/>
          <p:cNvSpPr txBox="1"/>
          <p:nvPr/>
        </p:nvSpPr>
        <p:spPr>
          <a:xfrm>
            <a:off x="7472934" y="5166360"/>
            <a:ext cx="1737360" cy="365760"/>
          </a:xfrm>
          <a:prstGeom prst="rect">
            <a:avLst/>
          </a:prstGeom>
          <a:noFill/>
          <a:ln/>
        </p:spPr>
        <p:txBody>
          <a:bodyPr wrap="square" lIns="0" tIns="0" rIns="0" bIns="0" rtlCol="0" anchor="ctr"/>
          <a:lstStyle/>
          <a:p>
            <a:pPr marL="0" indent="0">
              <a:buNone/>
            </a:pPr>
            <a:r>
              <a:rPr lang="en-US" sz="1600" b="1" dirty="0">
                <a:solidFill>
                  <a:schemeClr val="accent1"/>
                </a:solidFill>
                <a:latin typeface="Gadugi" panose="020B0502040204020203" pitchFamily="34" charset="0"/>
                <a:ea typeface="Gadugi" panose="020B0502040204020203" pitchFamily="34" charset="0"/>
              </a:rPr>
              <a:t>Nov 27–29</a:t>
            </a:r>
            <a:endParaRPr lang="en-US" sz="1600" dirty="0">
              <a:latin typeface="Gadugi" panose="020B0502040204020203" pitchFamily="34" charset="0"/>
              <a:ea typeface="Gadugi" panose="020B0502040204020203" pitchFamily="34" charset="0"/>
            </a:endParaRPr>
          </a:p>
        </p:txBody>
      </p:sp>
      <p:sp>
        <p:nvSpPr>
          <p:cNvPr id="33" name="Node R24"/>
          <p:cNvSpPr/>
          <p:nvPr/>
        </p:nvSpPr>
        <p:spPr>
          <a:xfrm>
            <a:off x="10314432" y="2057400"/>
            <a:ext cx="548640" cy="548640"/>
          </a:xfrm>
          <a:prstGeom prst="ellipse">
            <a:avLst/>
          </a:prstGeom>
          <a:solidFill>
            <a:schemeClr val="tx1"/>
          </a:solidFill>
          <a:ln/>
        </p:spPr>
      </p:sp>
      <p:sp>
        <p:nvSpPr>
          <p:cNvPr id="34" name="Text 32"/>
          <p:cNvSpPr txBox="1"/>
          <p:nvPr/>
        </p:nvSpPr>
        <p:spPr>
          <a:xfrm>
            <a:off x="10314432" y="2057400"/>
            <a:ext cx="548640" cy="548640"/>
          </a:xfrm>
          <a:prstGeom prst="rect">
            <a:avLst/>
          </a:prstGeom>
          <a:noFill/>
          <a:ln/>
        </p:spPr>
        <p:txBody>
          <a:bodyPr wrap="square" lIns="0" tIns="0" rIns="0" bIns="0" rtlCol="0" anchor="ctr"/>
          <a:lstStyle/>
          <a:p>
            <a:pPr marL="0" indent="0" algn="ctr">
              <a:buNone/>
            </a:pPr>
            <a:r>
              <a:rPr lang="en-US" sz="1600" b="1" dirty="0">
                <a:solidFill>
                  <a:schemeClr val="bg1"/>
                </a:solidFill>
                <a:latin typeface="Gadugi" panose="020B0502040204020203" pitchFamily="34" charset="0"/>
                <a:ea typeface="Gadugi" panose="020B0502040204020203" pitchFamily="34" charset="0"/>
                <a:cs typeface="Arial" pitchFamily="34" charset="-120"/>
              </a:rPr>
              <a:t>24</a:t>
            </a:r>
            <a:endParaRPr lang="en-US" sz="1600" dirty="0">
              <a:latin typeface="Gadugi" panose="020B0502040204020203" pitchFamily="34" charset="0"/>
              <a:ea typeface="Gadugi" panose="020B0502040204020203" pitchFamily="34" charset="0"/>
            </a:endParaRPr>
          </a:p>
        </p:txBody>
      </p:sp>
      <p:sp>
        <p:nvSpPr>
          <p:cNvPr id="35" name="Upcoming card R24"/>
          <p:cNvSpPr/>
          <p:nvPr/>
        </p:nvSpPr>
        <p:spPr>
          <a:xfrm>
            <a:off x="9537192" y="2880360"/>
            <a:ext cx="2103120" cy="2834640"/>
          </a:xfrm>
          <a:prstGeom prst="roundRect">
            <a:avLst>
              <a:gd name="adj" fmla="val 5217"/>
            </a:avLst>
          </a:prstGeom>
          <a:solidFill>
            <a:schemeClr val="bg2"/>
          </a:solidFill>
          <a:ln/>
        </p:spPr>
      </p:sp>
      <p:sp>
        <p:nvSpPr>
          <p:cNvPr id="36" name="Text 34"/>
          <p:cNvSpPr txBox="1"/>
          <p:nvPr/>
        </p:nvSpPr>
        <p:spPr>
          <a:xfrm>
            <a:off x="9720072" y="3017520"/>
            <a:ext cx="1737360" cy="777240"/>
          </a:xfrm>
          <a:prstGeom prst="rect">
            <a:avLst/>
          </a:prstGeom>
          <a:noFill/>
          <a:ln/>
        </p:spPr>
        <p:txBody>
          <a:bodyPr wrap="square" lIns="0" tIns="0" rIns="0" bIns="0" rtlCol="0" anchor="t"/>
          <a:lstStyle/>
          <a:p>
            <a:pPr marL="0" indent="0">
              <a:buNone/>
            </a:pPr>
            <a:r>
              <a:rPr lang="en-US" sz="1800" b="1" dirty="0">
                <a:solidFill>
                  <a:schemeClr val="tx1"/>
                </a:solidFill>
                <a:latin typeface="Gadugi" panose="020B0502040204020203" pitchFamily="34" charset="0"/>
                <a:ea typeface="Gadugi" panose="020B0502040204020203" pitchFamily="34" charset="0"/>
                <a:cs typeface="Arial" pitchFamily="34" charset="-120"/>
              </a:rPr>
              <a:t>Abu Dhabi Grand Prix</a:t>
            </a:r>
            <a:endParaRPr lang="en-US" sz="1800" dirty="0">
              <a:latin typeface="Gadugi" panose="020B0502040204020203" pitchFamily="34" charset="0"/>
              <a:ea typeface="Gadugi" panose="020B0502040204020203" pitchFamily="34" charset="0"/>
            </a:endParaRPr>
          </a:p>
        </p:txBody>
      </p:sp>
      <p:sp>
        <p:nvSpPr>
          <p:cNvPr id="37" name="Text 35"/>
          <p:cNvSpPr txBox="1"/>
          <p:nvPr/>
        </p:nvSpPr>
        <p:spPr>
          <a:xfrm>
            <a:off x="9720072" y="3840480"/>
            <a:ext cx="1737360" cy="548640"/>
          </a:xfrm>
          <a:prstGeom prst="rect">
            <a:avLst/>
          </a:prstGeom>
          <a:noFill/>
          <a:ln/>
        </p:spPr>
        <p:txBody>
          <a:bodyPr wrap="square" lIns="0" tIns="0" rIns="0" bIns="0" rtlCol="0" anchor="t"/>
          <a:lstStyle/>
          <a:p>
            <a:pPr marL="0" indent="0">
              <a:buNone/>
            </a:pPr>
            <a:r>
              <a:rPr lang="en-US" sz="1400" dirty="0">
                <a:solidFill>
                  <a:schemeClr val="tx1"/>
                </a:solidFill>
                <a:latin typeface="Gadugi" panose="020B0502040204020203" pitchFamily="34" charset="0"/>
                <a:ea typeface="Gadugi" panose="020B0502040204020203" pitchFamily="34" charset="0"/>
              </a:rPr>
              <a:t>Abu Dhabi, United Arab Emirates</a:t>
            </a:r>
            <a:endParaRPr lang="en-US" sz="1400" dirty="0">
              <a:latin typeface="Gadugi" panose="020B0502040204020203" pitchFamily="34" charset="0"/>
              <a:ea typeface="Gadugi" panose="020B0502040204020203" pitchFamily="34" charset="0"/>
            </a:endParaRPr>
          </a:p>
        </p:txBody>
      </p:sp>
      <p:sp>
        <p:nvSpPr>
          <p:cNvPr id="38" name="Text 36"/>
          <p:cNvSpPr txBox="1"/>
          <p:nvPr/>
        </p:nvSpPr>
        <p:spPr>
          <a:xfrm>
            <a:off x="9720072" y="4434840"/>
            <a:ext cx="1737360" cy="685800"/>
          </a:xfrm>
          <a:prstGeom prst="rect">
            <a:avLst/>
          </a:prstGeom>
          <a:noFill/>
          <a:ln/>
        </p:spPr>
        <p:txBody>
          <a:bodyPr wrap="square" lIns="0" tIns="0" rIns="0" bIns="0" rtlCol="0" anchor="t"/>
          <a:lstStyle/>
          <a:p>
            <a:pPr marL="0" indent="0">
              <a:buNone/>
            </a:pPr>
            <a:r>
              <a:rPr lang="en-US" sz="1400" dirty="0">
                <a:solidFill>
                  <a:schemeClr val="tx2"/>
                </a:solidFill>
                <a:latin typeface="Gadugi" panose="020B0502040204020203" pitchFamily="34" charset="0"/>
                <a:ea typeface="Gadugi" panose="020B0502040204020203" pitchFamily="34" charset="0"/>
              </a:rPr>
              <a:t>Yas Marina Circuit</a:t>
            </a:r>
            <a:endParaRPr lang="en-US" sz="1400" dirty="0">
              <a:latin typeface="Gadugi" panose="020B0502040204020203" pitchFamily="34" charset="0"/>
              <a:ea typeface="Gadugi" panose="020B0502040204020203" pitchFamily="34" charset="0"/>
            </a:endParaRPr>
          </a:p>
        </p:txBody>
      </p:sp>
      <p:sp>
        <p:nvSpPr>
          <p:cNvPr id="39" name="Text 37"/>
          <p:cNvSpPr txBox="1"/>
          <p:nvPr/>
        </p:nvSpPr>
        <p:spPr>
          <a:xfrm>
            <a:off x="9720072" y="5166360"/>
            <a:ext cx="1737360" cy="365760"/>
          </a:xfrm>
          <a:prstGeom prst="rect">
            <a:avLst/>
          </a:prstGeom>
          <a:noFill/>
          <a:ln/>
        </p:spPr>
        <p:txBody>
          <a:bodyPr wrap="square" lIns="0" tIns="0" rIns="0" bIns="0" rtlCol="0" anchor="ctr"/>
          <a:lstStyle/>
          <a:p>
            <a:pPr marL="0" indent="0">
              <a:buNone/>
            </a:pPr>
            <a:r>
              <a:rPr lang="en-US" sz="1600" b="1" dirty="0">
                <a:solidFill>
                  <a:schemeClr val="accent1"/>
                </a:solidFill>
                <a:latin typeface="Gadugi" panose="020B0502040204020203" pitchFamily="34" charset="0"/>
                <a:ea typeface="Gadugi" panose="020B0502040204020203" pitchFamily="34" charset="0"/>
              </a:rPr>
              <a:t>Dec 4–6</a:t>
            </a:r>
            <a:endParaRPr lang="en-US" sz="1600" dirty="0">
              <a:latin typeface="Gadugi" panose="020B0502040204020203" pitchFamily="34" charset="0"/>
              <a:ea typeface="Gadugi" panose="020B0502040204020203" pitchFamily="34" charset="0"/>
            </a:endParaRPr>
          </a:p>
        </p:txBody>
      </p:sp>
      <p:sp>
        <p:nvSpPr>
          <p:cNvPr id="40" name="Text 38"/>
          <p:cNvSpPr txBox="1"/>
          <p:nvPr/>
        </p:nvSpPr>
        <p:spPr>
          <a:xfrm>
            <a:off x="548640" y="5943600"/>
            <a:ext cx="11091672" cy="320040"/>
          </a:xfrm>
          <a:prstGeom prst="rect">
            <a:avLst/>
          </a:prstGeom>
          <a:noFill/>
          <a:ln/>
        </p:spPr>
        <p:txBody>
          <a:bodyPr wrap="square" lIns="0" tIns="0" rIns="0" bIns="0" rtlCol="0" anchor="ctr"/>
          <a:lstStyle/>
          <a:p>
            <a:pPr marL="0" indent="0">
              <a:buNone/>
            </a:pPr>
            <a:r>
              <a:rPr lang="en-US" sz="1200" dirty="0">
                <a:solidFill>
                  <a:schemeClr val="tx2"/>
                </a:solidFill>
                <a:latin typeface="Gadugi" panose="020B0502040204020203" pitchFamily="34" charset="0"/>
                <a:ea typeface="Gadugi" panose="020B0502040204020203" pitchFamily="34" charset="0"/>
              </a:rPr>
              <a:t>The dataset has winners only (no points or standings), so this deck does not project the championship outcome.</a:t>
            </a:r>
            <a:endParaRPr lang="en-US" sz="1200" dirty="0">
              <a:latin typeface="Gadugi" panose="020B0502040204020203" pitchFamily="34" charset="0"/>
              <a:ea typeface="Gadugi" panose="020B0502040204020203" pitchFamily="34" charset="0"/>
            </a:endParaRPr>
          </a:p>
        </p:txBody>
      </p:sp>
      <p:sp>
        <p:nvSpPr>
          <p:cNvPr id="41"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latin typeface="Gadugi" panose="020B0502040204020203" pitchFamily="34" charset="0"/>
                <a:ea typeface="Gadugi" panose="020B0502040204020203" pitchFamily="34" charset="0"/>
              </a:rPr>
              <a:t>12</a:t>
            </a:fld>
            <a:endParaRPr lang="en-US">
              <a:latin typeface="Gadugi" panose="020B0502040204020203" pitchFamily="34" charset="0"/>
              <a:ea typeface="Gadugi" panose="020B0502040204020203"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latin typeface="Gadugi" panose="020B0502040204020203" pitchFamily="34" charset="0"/>
                <a:ea typeface="Gadugi" panose="020B0502040204020203" pitchFamily="34" charset="0"/>
              </a:rPr>
              <a:t>Inside the Power BI dashboard</a:t>
            </a:r>
            <a:endParaRPr lang="en-US" sz="3400" dirty="0">
              <a:latin typeface="Gadugi" panose="020B0502040204020203" pitchFamily="34" charset="0"/>
              <a:ea typeface="Gadugi" panose="020B0502040204020203" pitchFamily="34" charset="0"/>
            </a:endParaRPr>
          </a:p>
        </p:txBody>
      </p:sp>
      <p:sp>
        <p:nvSpPr>
          <p:cNvPr id="3" name="Dashboard frame"/>
          <p:cNvSpPr/>
          <p:nvPr/>
        </p:nvSpPr>
        <p:spPr>
          <a:xfrm>
            <a:off x="548640" y="1371600"/>
            <a:ext cx="6547104" cy="3746754"/>
          </a:xfrm>
          <a:prstGeom prst="rect">
            <a:avLst/>
          </a:prstGeom>
          <a:solidFill>
            <a:schemeClr val="tx1"/>
          </a:solidFill>
          <a:ln/>
        </p:spPr>
      </p:sp>
      <p:sp>
        <p:nvSpPr>
          <p:cNvPr id="4" name="Visual Total Races"/>
          <p:cNvSpPr/>
          <p:nvPr/>
        </p:nvSpPr>
        <p:spPr>
          <a:xfrm>
            <a:off x="621792" y="1444752"/>
            <a:ext cx="1671971" cy="896541"/>
          </a:xfrm>
          <a:prstGeom prst="rect">
            <a:avLst/>
          </a:prstGeom>
          <a:solidFill>
            <a:schemeClr val="tx2"/>
          </a:solidFill>
          <a:ln/>
        </p:spPr>
      </p:sp>
      <p:sp>
        <p:nvSpPr>
          <p:cNvPr id="5" name="Text 3"/>
          <p:cNvSpPr txBox="1"/>
          <p:nvPr/>
        </p:nvSpPr>
        <p:spPr>
          <a:xfrm>
            <a:off x="667512" y="1444752"/>
            <a:ext cx="1580531" cy="896541"/>
          </a:xfrm>
          <a:prstGeom prst="rect">
            <a:avLst/>
          </a:prstGeom>
          <a:noFill/>
          <a:ln/>
        </p:spPr>
        <p:txBody>
          <a:bodyPr wrap="square" lIns="0" tIns="0" rIns="0" bIns="0" rtlCol="0" anchor="ctr"/>
          <a:lstStyle/>
          <a:p>
            <a:pPr marL="0" indent="0" algn="ctr">
              <a:buNone/>
            </a:pPr>
            <a:r>
              <a:rPr lang="en-US" sz="1000" b="1" dirty="0">
                <a:solidFill>
                  <a:schemeClr val="bg1"/>
                </a:solidFill>
                <a:latin typeface="Gadugi" panose="020B0502040204020203" pitchFamily="34" charset="0"/>
                <a:ea typeface="Gadugi" panose="020B0502040204020203" pitchFamily="34" charset="0"/>
              </a:rPr>
              <a:t>Total Races</a:t>
            </a:r>
            <a:endParaRPr lang="en-US" sz="1000" dirty="0">
              <a:latin typeface="Gadugi" panose="020B0502040204020203" pitchFamily="34" charset="0"/>
              <a:ea typeface="Gadugi" panose="020B0502040204020203" pitchFamily="34" charset="0"/>
            </a:endParaRPr>
          </a:p>
        </p:txBody>
      </p:sp>
      <p:sp>
        <p:nvSpPr>
          <p:cNvPr id="6" name="Visual Completed Races"/>
          <p:cNvSpPr/>
          <p:nvPr/>
        </p:nvSpPr>
        <p:spPr>
          <a:xfrm>
            <a:off x="2330339" y="1444752"/>
            <a:ext cx="1239584" cy="896541"/>
          </a:xfrm>
          <a:prstGeom prst="rect">
            <a:avLst/>
          </a:prstGeom>
          <a:solidFill>
            <a:schemeClr val="tx2"/>
          </a:solidFill>
          <a:ln/>
        </p:spPr>
      </p:sp>
      <p:sp>
        <p:nvSpPr>
          <p:cNvPr id="7" name="Text 5"/>
          <p:cNvSpPr txBox="1"/>
          <p:nvPr/>
        </p:nvSpPr>
        <p:spPr>
          <a:xfrm>
            <a:off x="2376059" y="1444752"/>
            <a:ext cx="1148144" cy="896541"/>
          </a:xfrm>
          <a:prstGeom prst="rect">
            <a:avLst/>
          </a:prstGeom>
          <a:noFill/>
          <a:ln/>
        </p:spPr>
        <p:txBody>
          <a:bodyPr wrap="square" lIns="0" tIns="0" rIns="0" bIns="0" rtlCol="0" anchor="ctr"/>
          <a:lstStyle/>
          <a:p>
            <a:pPr marL="0" indent="0" algn="ctr">
              <a:buNone/>
            </a:pPr>
            <a:r>
              <a:rPr lang="en-US" sz="1000" b="1" dirty="0">
                <a:solidFill>
                  <a:schemeClr val="bg1"/>
                </a:solidFill>
                <a:latin typeface="Gadugi" panose="020B0502040204020203" pitchFamily="34" charset="0"/>
                <a:ea typeface="Gadugi" panose="020B0502040204020203" pitchFamily="34" charset="0"/>
              </a:rPr>
              <a:t>Completed Races</a:t>
            </a:r>
            <a:endParaRPr lang="en-US" sz="1000" dirty="0">
              <a:latin typeface="Gadugi" panose="020B0502040204020203" pitchFamily="34" charset="0"/>
              <a:ea typeface="Gadugi" panose="020B0502040204020203" pitchFamily="34" charset="0"/>
            </a:endParaRPr>
          </a:p>
        </p:txBody>
      </p:sp>
      <p:sp>
        <p:nvSpPr>
          <p:cNvPr id="8" name="Visual Total Laps"/>
          <p:cNvSpPr/>
          <p:nvPr/>
        </p:nvSpPr>
        <p:spPr>
          <a:xfrm>
            <a:off x="3606832" y="1444752"/>
            <a:ext cx="1671971" cy="896541"/>
          </a:xfrm>
          <a:prstGeom prst="rect">
            <a:avLst/>
          </a:prstGeom>
          <a:solidFill>
            <a:schemeClr val="tx2"/>
          </a:solidFill>
          <a:ln/>
        </p:spPr>
      </p:sp>
      <p:sp>
        <p:nvSpPr>
          <p:cNvPr id="9" name="Text 7"/>
          <p:cNvSpPr txBox="1"/>
          <p:nvPr/>
        </p:nvSpPr>
        <p:spPr>
          <a:xfrm>
            <a:off x="3652552" y="1444752"/>
            <a:ext cx="1580531" cy="896541"/>
          </a:xfrm>
          <a:prstGeom prst="rect">
            <a:avLst/>
          </a:prstGeom>
          <a:noFill/>
          <a:ln/>
        </p:spPr>
        <p:txBody>
          <a:bodyPr wrap="square" lIns="0" tIns="0" rIns="0" bIns="0" rtlCol="0" anchor="ctr"/>
          <a:lstStyle/>
          <a:p>
            <a:pPr marL="0" indent="0" algn="ctr">
              <a:buNone/>
            </a:pPr>
            <a:r>
              <a:rPr lang="en-US" sz="1000" b="1" dirty="0">
                <a:solidFill>
                  <a:schemeClr val="bg1"/>
                </a:solidFill>
                <a:latin typeface="Gadugi" panose="020B0502040204020203" pitchFamily="34" charset="0"/>
                <a:ea typeface="Gadugi" panose="020B0502040204020203" pitchFamily="34" charset="0"/>
              </a:rPr>
              <a:t>Total Laps</a:t>
            </a:r>
            <a:endParaRPr lang="en-US" sz="1000" dirty="0">
              <a:latin typeface="Gadugi" panose="020B0502040204020203" pitchFamily="34" charset="0"/>
              <a:ea typeface="Gadugi" panose="020B0502040204020203" pitchFamily="34" charset="0"/>
            </a:endParaRPr>
          </a:p>
        </p:txBody>
      </p:sp>
      <p:sp>
        <p:nvSpPr>
          <p:cNvPr id="10" name="Visual Race Winners"/>
          <p:cNvSpPr/>
          <p:nvPr/>
        </p:nvSpPr>
        <p:spPr>
          <a:xfrm>
            <a:off x="5315379" y="1444752"/>
            <a:ext cx="1671971" cy="896541"/>
          </a:xfrm>
          <a:prstGeom prst="rect">
            <a:avLst/>
          </a:prstGeom>
          <a:solidFill>
            <a:schemeClr val="tx2"/>
          </a:solidFill>
          <a:ln/>
        </p:spPr>
      </p:sp>
      <p:sp>
        <p:nvSpPr>
          <p:cNvPr id="11" name="Text 9"/>
          <p:cNvSpPr txBox="1"/>
          <p:nvPr/>
        </p:nvSpPr>
        <p:spPr>
          <a:xfrm>
            <a:off x="5361099" y="1444752"/>
            <a:ext cx="1580531" cy="896541"/>
          </a:xfrm>
          <a:prstGeom prst="rect">
            <a:avLst/>
          </a:prstGeom>
          <a:noFill/>
          <a:ln/>
        </p:spPr>
        <p:txBody>
          <a:bodyPr wrap="square" lIns="0" tIns="0" rIns="0" bIns="0" rtlCol="0" anchor="ctr"/>
          <a:lstStyle/>
          <a:p>
            <a:pPr marL="0" indent="0" algn="ctr">
              <a:buNone/>
            </a:pPr>
            <a:r>
              <a:rPr lang="en-US" sz="1000" b="1" dirty="0">
                <a:solidFill>
                  <a:schemeClr val="bg1"/>
                </a:solidFill>
                <a:latin typeface="Gadugi" panose="020B0502040204020203" pitchFamily="34" charset="0"/>
                <a:ea typeface="Gadugi" panose="020B0502040204020203" pitchFamily="34" charset="0"/>
              </a:rPr>
              <a:t>Race Winners</a:t>
            </a:r>
            <a:endParaRPr lang="en-US" sz="1000" dirty="0">
              <a:latin typeface="Gadugi" panose="020B0502040204020203" pitchFamily="34" charset="0"/>
              <a:ea typeface="Gadugi" panose="020B0502040204020203" pitchFamily="34" charset="0"/>
            </a:endParaRPr>
          </a:p>
        </p:txBody>
      </p:sp>
      <p:sp>
        <p:nvSpPr>
          <p:cNvPr id="12" name="Visual Wins by driver"/>
          <p:cNvSpPr/>
          <p:nvPr/>
        </p:nvSpPr>
        <p:spPr>
          <a:xfrm>
            <a:off x="628460" y="2377869"/>
            <a:ext cx="3153823" cy="1273921"/>
          </a:xfrm>
          <a:prstGeom prst="rect">
            <a:avLst/>
          </a:prstGeom>
          <a:solidFill>
            <a:schemeClr val="bg2"/>
          </a:solidFill>
          <a:ln/>
        </p:spPr>
      </p:sp>
      <p:sp>
        <p:nvSpPr>
          <p:cNvPr id="13" name="Text 11"/>
          <p:cNvSpPr txBox="1"/>
          <p:nvPr/>
        </p:nvSpPr>
        <p:spPr>
          <a:xfrm>
            <a:off x="674180" y="2377869"/>
            <a:ext cx="3062383" cy="1273921"/>
          </a:xfrm>
          <a:prstGeom prst="rect">
            <a:avLst/>
          </a:prstGeom>
          <a:noFill/>
          <a:ln/>
        </p:spPr>
        <p:txBody>
          <a:bodyPr wrap="square" lIns="0" tIns="0" rIns="0" bIns="0" rtlCol="0" anchor="ctr"/>
          <a:lstStyle/>
          <a:p>
            <a:pPr marL="0" indent="0" algn="ctr">
              <a:buNone/>
            </a:pPr>
            <a:r>
              <a:rPr lang="en-US" sz="1000" b="1" dirty="0">
                <a:solidFill>
                  <a:schemeClr val="tx1"/>
                </a:solidFill>
                <a:latin typeface="Gadugi" panose="020B0502040204020203" pitchFamily="34" charset="0"/>
                <a:ea typeface="Gadugi" panose="020B0502040204020203" pitchFamily="34" charset="0"/>
              </a:rPr>
              <a:t>Wins by driver</a:t>
            </a:r>
            <a:endParaRPr lang="en-US" sz="1000" dirty="0">
              <a:latin typeface="Gadugi" panose="020B0502040204020203" pitchFamily="34" charset="0"/>
              <a:ea typeface="Gadugi" panose="020B0502040204020203" pitchFamily="34" charset="0"/>
            </a:endParaRPr>
          </a:p>
        </p:txBody>
      </p:sp>
      <p:sp>
        <p:nvSpPr>
          <p:cNvPr id="14" name="Visual Wins by team (donut)"/>
          <p:cNvSpPr/>
          <p:nvPr/>
        </p:nvSpPr>
        <p:spPr>
          <a:xfrm>
            <a:off x="3819525" y="2377869"/>
            <a:ext cx="3167158" cy="1273921"/>
          </a:xfrm>
          <a:prstGeom prst="rect">
            <a:avLst/>
          </a:prstGeom>
          <a:solidFill>
            <a:schemeClr val="bg2"/>
          </a:solidFill>
          <a:ln/>
        </p:spPr>
      </p:sp>
      <p:sp>
        <p:nvSpPr>
          <p:cNvPr id="15" name="Text 13"/>
          <p:cNvSpPr txBox="1"/>
          <p:nvPr/>
        </p:nvSpPr>
        <p:spPr>
          <a:xfrm>
            <a:off x="3865245" y="2377869"/>
            <a:ext cx="3075718" cy="1273921"/>
          </a:xfrm>
          <a:prstGeom prst="rect">
            <a:avLst/>
          </a:prstGeom>
          <a:noFill/>
          <a:ln/>
        </p:spPr>
        <p:txBody>
          <a:bodyPr wrap="square" lIns="0" tIns="0" rIns="0" bIns="0" rtlCol="0" anchor="ctr"/>
          <a:lstStyle/>
          <a:p>
            <a:pPr marL="0" indent="0" algn="ctr">
              <a:buNone/>
            </a:pPr>
            <a:r>
              <a:rPr lang="en-US" sz="1000" b="1" dirty="0">
                <a:solidFill>
                  <a:schemeClr val="tx1"/>
                </a:solidFill>
                <a:latin typeface="Gadugi" panose="020B0502040204020203" pitchFamily="34" charset="0"/>
                <a:ea typeface="Gadugi" panose="020B0502040204020203" pitchFamily="34" charset="0"/>
              </a:rPr>
              <a:t>Wins by team (donut)</a:t>
            </a:r>
            <a:endParaRPr lang="en-US" sz="1000" dirty="0">
              <a:latin typeface="Gadugi" panose="020B0502040204020203" pitchFamily="34" charset="0"/>
              <a:ea typeface="Gadugi" panose="020B0502040204020203" pitchFamily="34" charset="0"/>
            </a:endParaRPr>
          </a:p>
        </p:txBody>
      </p:sp>
      <p:sp>
        <p:nvSpPr>
          <p:cNvPr id="16" name="Visual Results table"/>
          <p:cNvSpPr/>
          <p:nvPr/>
        </p:nvSpPr>
        <p:spPr>
          <a:xfrm>
            <a:off x="628460" y="3688699"/>
            <a:ext cx="3153823" cy="1321927"/>
          </a:xfrm>
          <a:prstGeom prst="rect">
            <a:avLst/>
          </a:prstGeom>
          <a:solidFill>
            <a:schemeClr val="bg2"/>
          </a:solidFill>
          <a:ln/>
        </p:spPr>
      </p:sp>
      <p:sp>
        <p:nvSpPr>
          <p:cNvPr id="17" name="Text 15"/>
          <p:cNvSpPr txBox="1"/>
          <p:nvPr/>
        </p:nvSpPr>
        <p:spPr>
          <a:xfrm>
            <a:off x="674180" y="3688699"/>
            <a:ext cx="3062383" cy="1321927"/>
          </a:xfrm>
          <a:prstGeom prst="rect">
            <a:avLst/>
          </a:prstGeom>
          <a:noFill/>
          <a:ln/>
        </p:spPr>
        <p:txBody>
          <a:bodyPr wrap="square" lIns="0" tIns="0" rIns="0" bIns="0" rtlCol="0" anchor="ctr"/>
          <a:lstStyle/>
          <a:p>
            <a:pPr marL="0" indent="0" algn="ctr">
              <a:buNone/>
            </a:pPr>
            <a:r>
              <a:rPr lang="en-US" sz="1000" b="1" dirty="0">
                <a:solidFill>
                  <a:schemeClr val="tx1"/>
                </a:solidFill>
                <a:latin typeface="Gadugi" panose="020B0502040204020203" pitchFamily="34" charset="0"/>
                <a:ea typeface="Gadugi" panose="020B0502040204020203" pitchFamily="34" charset="0"/>
              </a:rPr>
              <a:t>Results table</a:t>
            </a:r>
            <a:endParaRPr lang="en-US" sz="1000" dirty="0">
              <a:latin typeface="Gadugi" panose="020B0502040204020203" pitchFamily="34" charset="0"/>
              <a:ea typeface="Gadugi" panose="020B0502040204020203" pitchFamily="34" charset="0"/>
            </a:endParaRPr>
          </a:p>
        </p:txBody>
      </p:sp>
      <p:sp>
        <p:nvSpPr>
          <p:cNvPr id="18" name="Visual GP slicer"/>
          <p:cNvSpPr/>
          <p:nvPr/>
        </p:nvSpPr>
        <p:spPr>
          <a:xfrm>
            <a:off x="3819525" y="3688699"/>
            <a:ext cx="711518" cy="1321927"/>
          </a:xfrm>
          <a:prstGeom prst="rect">
            <a:avLst/>
          </a:prstGeom>
          <a:solidFill>
            <a:schemeClr val="bg2"/>
          </a:solidFill>
          <a:ln/>
        </p:spPr>
      </p:sp>
      <p:sp>
        <p:nvSpPr>
          <p:cNvPr id="19" name="Text 17"/>
          <p:cNvSpPr txBox="1"/>
          <p:nvPr/>
        </p:nvSpPr>
        <p:spPr>
          <a:xfrm>
            <a:off x="3865245" y="3688699"/>
            <a:ext cx="620078" cy="1321927"/>
          </a:xfrm>
          <a:prstGeom prst="rect">
            <a:avLst/>
          </a:prstGeom>
          <a:noFill/>
          <a:ln/>
        </p:spPr>
        <p:txBody>
          <a:bodyPr wrap="square" lIns="0" tIns="0" rIns="0" bIns="0" rtlCol="0" anchor="ctr"/>
          <a:lstStyle/>
          <a:p>
            <a:pPr marL="0" indent="0" algn="ctr">
              <a:buNone/>
            </a:pPr>
            <a:r>
              <a:rPr lang="en-US" sz="1000" b="1" dirty="0">
                <a:solidFill>
                  <a:schemeClr val="tx1"/>
                </a:solidFill>
                <a:latin typeface="Gadugi" panose="020B0502040204020203" pitchFamily="34" charset="0"/>
                <a:ea typeface="Gadugi" panose="020B0502040204020203" pitchFamily="34" charset="0"/>
              </a:rPr>
              <a:t>GP slicer</a:t>
            </a:r>
            <a:endParaRPr lang="en-US" sz="1000" dirty="0">
              <a:latin typeface="Gadugi" panose="020B0502040204020203" pitchFamily="34" charset="0"/>
              <a:ea typeface="Gadugi" panose="020B0502040204020203" pitchFamily="34" charset="0"/>
            </a:endParaRPr>
          </a:p>
        </p:txBody>
      </p:sp>
      <p:sp>
        <p:nvSpPr>
          <p:cNvPr id="20" name="Visual Team × driver"/>
          <p:cNvSpPr/>
          <p:nvPr/>
        </p:nvSpPr>
        <p:spPr>
          <a:xfrm>
            <a:off x="4567618" y="3688699"/>
            <a:ext cx="2418398" cy="1320260"/>
          </a:xfrm>
          <a:prstGeom prst="rect">
            <a:avLst/>
          </a:prstGeom>
          <a:solidFill>
            <a:schemeClr val="bg2"/>
          </a:solidFill>
          <a:ln/>
        </p:spPr>
      </p:sp>
      <p:sp>
        <p:nvSpPr>
          <p:cNvPr id="21" name="Text 19"/>
          <p:cNvSpPr txBox="1"/>
          <p:nvPr/>
        </p:nvSpPr>
        <p:spPr>
          <a:xfrm>
            <a:off x="4613338" y="3688699"/>
            <a:ext cx="2326957" cy="1320260"/>
          </a:xfrm>
          <a:prstGeom prst="rect">
            <a:avLst/>
          </a:prstGeom>
          <a:noFill/>
          <a:ln/>
        </p:spPr>
        <p:txBody>
          <a:bodyPr wrap="square" lIns="0" tIns="0" rIns="0" bIns="0" rtlCol="0" anchor="ctr"/>
          <a:lstStyle/>
          <a:p>
            <a:pPr marL="0" indent="0" algn="ctr">
              <a:buNone/>
            </a:pPr>
            <a:r>
              <a:rPr lang="en-US" sz="1000" b="1" dirty="0">
                <a:solidFill>
                  <a:schemeClr val="tx1"/>
                </a:solidFill>
                <a:latin typeface="Gadugi" panose="020B0502040204020203" pitchFamily="34" charset="0"/>
                <a:ea typeface="Gadugi" panose="020B0502040204020203" pitchFamily="34" charset="0"/>
              </a:rPr>
              <a:t>Team × driver</a:t>
            </a:r>
            <a:endParaRPr lang="en-US" sz="1000" dirty="0">
              <a:latin typeface="Gadugi" panose="020B0502040204020203" pitchFamily="34" charset="0"/>
              <a:ea typeface="Gadugi" panose="020B0502040204020203" pitchFamily="34" charset="0"/>
            </a:endParaRPr>
          </a:p>
        </p:txBody>
      </p:sp>
      <p:sp>
        <p:nvSpPr>
          <p:cNvPr id="22" name="Text 20"/>
          <p:cNvSpPr txBox="1"/>
          <p:nvPr/>
        </p:nvSpPr>
        <p:spPr>
          <a:xfrm>
            <a:off x="621792" y="5182362"/>
            <a:ext cx="6400800" cy="274320"/>
          </a:xfrm>
          <a:prstGeom prst="rect">
            <a:avLst/>
          </a:prstGeom>
          <a:noFill/>
          <a:ln/>
        </p:spPr>
        <p:txBody>
          <a:bodyPr wrap="square" lIns="0" tIns="0" rIns="0" bIns="0" rtlCol="0" anchor="ctr"/>
          <a:lstStyle/>
          <a:p>
            <a:pPr marL="0" indent="0">
              <a:buNone/>
            </a:pPr>
            <a:r>
              <a:rPr lang="en-US" sz="1200" dirty="0">
                <a:solidFill>
                  <a:schemeClr val="tx2"/>
                </a:solidFill>
                <a:latin typeface="Gadugi" panose="020B0502040204020203" pitchFamily="34" charset="0"/>
                <a:ea typeface="Gadugi" panose="020B0502040204020203" pitchFamily="34" charset="0"/>
              </a:rPr>
              <a:t>Page layout, 1920 × 1080 (to scale)</a:t>
            </a:r>
            <a:endParaRPr lang="en-US" sz="1200" dirty="0">
              <a:latin typeface="Gadugi" panose="020B0502040204020203" pitchFamily="34" charset="0"/>
              <a:ea typeface="Gadugi" panose="020B0502040204020203" pitchFamily="34" charset="0"/>
            </a:endParaRPr>
          </a:p>
        </p:txBody>
      </p:sp>
      <p:sp>
        <p:nvSpPr>
          <p:cNvPr id="23" name="Visual guide 1"/>
          <p:cNvSpPr/>
          <p:nvPr/>
        </p:nvSpPr>
        <p:spPr>
          <a:xfrm>
            <a:off x="7406640" y="1371600"/>
            <a:ext cx="4233672" cy="822960"/>
          </a:xfrm>
          <a:prstGeom prst="roundRect">
            <a:avLst>
              <a:gd name="adj" fmla="val 13333"/>
            </a:avLst>
          </a:prstGeom>
          <a:solidFill>
            <a:schemeClr val="bg2"/>
          </a:solidFill>
          <a:ln/>
        </p:spPr>
      </p:sp>
      <p:sp>
        <p:nvSpPr>
          <p:cNvPr id="24" name="Text 22"/>
          <p:cNvSpPr txBox="1"/>
          <p:nvPr/>
        </p:nvSpPr>
        <p:spPr>
          <a:xfrm>
            <a:off x="7589520" y="1463040"/>
            <a:ext cx="3886200" cy="320040"/>
          </a:xfrm>
          <a:prstGeom prst="rect">
            <a:avLst/>
          </a:prstGeom>
          <a:noFill/>
          <a:ln/>
        </p:spPr>
        <p:txBody>
          <a:bodyPr wrap="square" lIns="0" tIns="0" rIns="0" bIns="0" rtlCol="0" anchor="ctr"/>
          <a:lstStyle/>
          <a:p>
            <a:pPr marL="0" indent="0">
              <a:buNone/>
            </a:pPr>
            <a:r>
              <a:rPr lang="en-US" sz="1600" b="1" dirty="0">
                <a:solidFill>
                  <a:schemeClr val="tx1"/>
                </a:solidFill>
                <a:latin typeface="Gadugi" panose="020B0502040204020203" pitchFamily="34" charset="0"/>
                <a:ea typeface="Gadugi" panose="020B0502040204020203" pitchFamily="34" charset="0"/>
                <a:cs typeface="Arial" pitchFamily="34" charset="-120"/>
              </a:rPr>
              <a:t>KPI cards</a:t>
            </a:r>
            <a:endParaRPr lang="en-US" sz="1600" dirty="0">
              <a:latin typeface="Gadugi" panose="020B0502040204020203" pitchFamily="34" charset="0"/>
              <a:ea typeface="Gadugi" panose="020B0502040204020203" pitchFamily="34" charset="0"/>
            </a:endParaRPr>
          </a:p>
        </p:txBody>
      </p:sp>
      <p:sp>
        <p:nvSpPr>
          <p:cNvPr id="25" name="Text 23"/>
          <p:cNvSpPr txBox="1"/>
          <p:nvPr/>
        </p:nvSpPr>
        <p:spPr>
          <a:xfrm>
            <a:off x="7589520" y="1810512"/>
            <a:ext cx="3886200" cy="365760"/>
          </a:xfrm>
          <a:prstGeom prst="rect">
            <a:avLst/>
          </a:prstGeom>
          <a:noFill/>
          <a:ln/>
        </p:spPr>
        <p:txBody>
          <a:bodyPr wrap="square" lIns="0" tIns="0" rIns="0" bIns="0" rtlCol="0" anchor="ctr"/>
          <a:lstStyle/>
          <a:p>
            <a:pPr marL="0" indent="0">
              <a:buNone/>
            </a:pPr>
            <a:r>
              <a:rPr lang="en-US" sz="1400" dirty="0">
                <a:solidFill>
                  <a:schemeClr val="tx1"/>
                </a:solidFill>
                <a:latin typeface="Gadugi" panose="020B0502040204020203" pitchFamily="34" charset="0"/>
                <a:ea typeface="Gadugi" panose="020B0502040204020203" pitchFamily="34" charset="0"/>
              </a:rPr>
              <a:t>Races, completed races, laps, winners.</a:t>
            </a:r>
            <a:endParaRPr lang="en-US" sz="1400" dirty="0">
              <a:latin typeface="Gadugi" panose="020B0502040204020203" pitchFamily="34" charset="0"/>
              <a:ea typeface="Gadugi" panose="020B0502040204020203" pitchFamily="34" charset="0"/>
            </a:endParaRPr>
          </a:p>
        </p:txBody>
      </p:sp>
      <p:sp>
        <p:nvSpPr>
          <p:cNvPr id="26" name="Visual guide 2"/>
          <p:cNvSpPr/>
          <p:nvPr/>
        </p:nvSpPr>
        <p:spPr>
          <a:xfrm>
            <a:off x="7406640" y="2331720"/>
            <a:ext cx="4233672" cy="822960"/>
          </a:xfrm>
          <a:prstGeom prst="roundRect">
            <a:avLst>
              <a:gd name="adj" fmla="val 13333"/>
            </a:avLst>
          </a:prstGeom>
          <a:solidFill>
            <a:schemeClr val="bg2"/>
          </a:solidFill>
          <a:ln/>
        </p:spPr>
      </p:sp>
      <p:sp>
        <p:nvSpPr>
          <p:cNvPr id="27" name="Text 25"/>
          <p:cNvSpPr txBox="1"/>
          <p:nvPr/>
        </p:nvSpPr>
        <p:spPr>
          <a:xfrm>
            <a:off x="7589520" y="2423160"/>
            <a:ext cx="3886200" cy="320040"/>
          </a:xfrm>
          <a:prstGeom prst="rect">
            <a:avLst/>
          </a:prstGeom>
          <a:noFill/>
          <a:ln/>
        </p:spPr>
        <p:txBody>
          <a:bodyPr wrap="square" lIns="0" tIns="0" rIns="0" bIns="0" rtlCol="0" anchor="ctr"/>
          <a:lstStyle/>
          <a:p>
            <a:pPr marL="0" indent="0">
              <a:buNone/>
            </a:pPr>
            <a:r>
              <a:rPr lang="en-US" sz="1600" b="1" dirty="0">
                <a:solidFill>
                  <a:schemeClr val="tx1"/>
                </a:solidFill>
                <a:latin typeface="Gadugi" panose="020B0502040204020203" pitchFamily="34" charset="0"/>
                <a:ea typeface="Gadugi" panose="020B0502040204020203" pitchFamily="34" charset="0"/>
                <a:cs typeface="Arial" pitchFamily="34" charset="-120"/>
              </a:rPr>
              <a:t>Wins by driver</a:t>
            </a:r>
            <a:endParaRPr lang="en-US" sz="1600" dirty="0">
              <a:latin typeface="Gadugi" panose="020B0502040204020203" pitchFamily="34" charset="0"/>
              <a:ea typeface="Gadugi" panose="020B0502040204020203" pitchFamily="34" charset="0"/>
            </a:endParaRPr>
          </a:p>
        </p:txBody>
      </p:sp>
      <p:sp>
        <p:nvSpPr>
          <p:cNvPr id="28" name="Text 26"/>
          <p:cNvSpPr txBox="1"/>
          <p:nvPr/>
        </p:nvSpPr>
        <p:spPr>
          <a:xfrm>
            <a:off x="7589520" y="2770632"/>
            <a:ext cx="3886200" cy="365760"/>
          </a:xfrm>
          <a:prstGeom prst="rect">
            <a:avLst/>
          </a:prstGeom>
          <a:noFill/>
          <a:ln/>
        </p:spPr>
        <p:txBody>
          <a:bodyPr wrap="square" lIns="0" tIns="0" rIns="0" bIns="0" rtlCol="0" anchor="ctr"/>
          <a:lstStyle/>
          <a:p>
            <a:pPr marL="0" indent="0">
              <a:buNone/>
            </a:pPr>
            <a:r>
              <a:rPr lang="en-US" sz="1400" dirty="0">
                <a:solidFill>
                  <a:schemeClr val="tx1"/>
                </a:solidFill>
                <a:latin typeface="Gadugi" panose="020B0502040204020203" pitchFamily="34" charset="0"/>
                <a:ea typeface="Gadugi" panose="020B0502040204020203" pitchFamily="34" charset="0"/>
              </a:rPr>
              <a:t>Who is winning races.</a:t>
            </a:r>
            <a:endParaRPr lang="en-US" sz="1400" dirty="0">
              <a:latin typeface="Gadugi" panose="020B0502040204020203" pitchFamily="34" charset="0"/>
              <a:ea typeface="Gadugi" panose="020B0502040204020203" pitchFamily="34" charset="0"/>
            </a:endParaRPr>
          </a:p>
        </p:txBody>
      </p:sp>
      <p:sp>
        <p:nvSpPr>
          <p:cNvPr id="29" name="Visual guide 3"/>
          <p:cNvSpPr/>
          <p:nvPr/>
        </p:nvSpPr>
        <p:spPr>
          <a:xfrm>
            <a:off x="7406640" y="3291840"/>
            <a:ext cx="4233672" cy="822960"/>
          </a:xfrm>
          <a:prstGeom prst="roundRect">
            <a:avLst>
              <a:gd name="adj" fmla="val 13333"/>
            </a:avLst>
          </a:prstGeom>
          <a:solidFill>
            <a:schemeClr val="bg2"/>
          </a:solidFill>
          <a:ln/>
        </p:spPr>
      </p:sp>
      <p:sp>
        <p:nvSpPr>
          <p:cNvPr id="30" name="Text 28"/>
          <p:cNvSpPr txBox="1"/>
          <p:nvPr/>
        </p:nvSpPr>
        <p:spPr>
          <a:xfrm>
            <a:off x="7589520" y="3383280"/>
            <a:ext cx="3886200" cy="320040"/>
          </a:xfrm>
          <a:prstGeom prst="rect">
            <a:avLst/>
          </a:prstGeom>
          <a:noFill/>
          <a:ln/>
        </p:spPr>
        <p:txBody>
          <a:bodyPr wrap="square" lIns="0" tIns="0" rIns="0" bIns="0" rtlCol="0" anchor="ctr"/>
          <a:lstStyle/>
          <a:p>
            <a:pPr marL="0" indent="0">
              <a:buNone/>
            </a:pPr>
            <a:r>
              <a:rPr lang="en-US" sz="1600" b="1" dirty="0">
                <a:solidFill>
                  <a:schemeClr val="tx1"/>
                </a:solidFill>
                <a:latin typeface="Gadugi" panose="020B0502040204020203" pitchFamily="34" charset="0"/>
                <a:ea typeface="Gadugi" panose="020B0502040204020203" pitchFamily="34" charset="0"/>
                <a:cs typeface="Arial" pitchFamily="34" charset="-120"/>
              </a:rPr>
              <a:t>Wins by team</a:t>
            </a:r>
            <a:endParaRPr lang="en-US" sz="1600" dirty="0">
              <a:latin typeface="Gadugi" panose="020B0502040204020203" pitchFamily="34" charset="0"/>
              <a:ea typeface="Gadugi" panose="020B0502040204020203" pitchFamily="34" charset="0"/>
            </a:endParaRPr>
          </a:p>
        </p:txBody>
      </p:sp>
      <p:sp>
        <p:nvSpPr>
          <p:cNvPr id="31" name="Text 29"/>
          <p:cNvSpPr txBox="1"/>
          <p:nvPr/>
        </p:nvSpPr>
        <p:spPr>
          <a:xfrm>
            <a:off x="7589520" y="3730752"/>
            <a:ext cx="3886200" cy="365760"/>
          </a:xfrm>
          <a:prstGeom prst="rect">
            <a:avLst/>
          </a:prstGeom>
          <a:noFill/>
          <a:ln/>
        </p:spPr>
        <p:txBody>
          <a:bodyPr wrap="square" lIns="0" tIns="0" rIns="0" bIns="0" rtlCol="0" anchor="ctr"/>
          <a:lstStyle/>
          <a:p>
            <a:pPr marL="0" indent="0">
              <a:buNone/>
            </a:pPr>
            <a:r>
              <a:rPr lang="en-US" sz="1400" dirty="0">
                <a:solidFill>
                  <a:schemeClr val="tx1"/>
                </a:solidFill>
                <a:latin typeface="Gadugi" panose="020B0502040204020203" pitchFamily="34" charset="0"/>
                <a:ea typeface="Gadugi" panose="020B0502040204020203" pitchFamily="34" charset="0"/>
              </a:rPr>
              <a:t>Each constructor's share of wins.</a:t>
            </a:r>
            <a:endParaRPr lang="en-US" sz="1400" dirty="0">
              <a:latin typeface="Gadugi" panose="020B0502040204020203" pitchFamily="34" charset="0"/>
              <a:ea typeface="Gadugi" panose="020B0502040204020203" pitchFamily="34" charset="0"/>
            </a:endParaRPr>
          </a:p>
        </p:txBody>
      </p:sp>
      <p:sp>
        <p:nvSpPr>
          <p:cNvPr id="32" name="Visual guide 4"/>
          <p:cNvSpPr/>
          <p:nvPr/>
        </p:nvSpPr>
        <p:spPr>
          <a:xfrm>
            <a:off x="7406640" y="4251960"/>
            <a:ext cx="4233672" cy="822960"/>
          </a:xfrm>
          <a:prstGeom prst="roundRect">
            <a:avLst>
              <a:gd name="adj" fmla="val 13333"/>
            </a:avLst>
          </a:prstGeom>
          <a:solidFill>
            <a:schemeClr val="bg2"/>
          </a:solidFill>
          <a:ln/>
        </p:spPr>
      </p:sp>
      <p:sp>
        <p:nvSpPr>
          <p:cNvPr id="33" name="Text 31"/>
          <p:cNvSpPr txBox="1"/>
          <p:nvPr/>
        </p:nvSpPr>
        <p:spPr>
          <a:xfrm>
            <a:off x="7589520" y="4343400"/>
            <a:ext cx="3886200" cy="320040"/>
          </a:xfrm>
          <a:prstGeom prst="rect">
            <a:avLst/>
          </a:prstGeom>
          <a:noFill/>
          <a:ln/>
        </p:spPr>
        <p:txBody>
          <a:bodyPr wrap="square" lIns="0" tIns="0" rIns="0" bIns="0" rtlCol="0" anchor="ctr"/>
          <a:lstStyle/>
          <a:p>
            <a:pPr marL="0" indent="0">
              <a:buNone/>
            </a:pPr>
            <a:r>
              <a:rPr lang="en-US" sz="1600" b="1" dirty="0">
                <a:solidFill>
                  <a:schemeClr val="tx1"/>
                </a:solidFill>
                <a:latin typeface="Gadugi" panose="020B0502040204020203" pitchFamily="34" charset="0"/>
                <a:ea typeface="Gadugi" panose="020B0502040204020203" pitchFamily="34" charset="0"/>
                <a:cs typeface="Arial" pitchFamily="34" charset="-120"/>
              </a:rPr>
              <a:t>Team × driver</a:t>
            </a:r>
            <a:endParaRPr lang="en-US" sz="1600" dirty="0">
              <a:latin typeface="Gadugi" panose="020B0502040204020203" pitchFamily="34" charset="0"/>
              <a:ea typeface="Gadugi" panose="020B0502040204020203" pitchFamily="34" charset="0"/>
            </a:endParaRPr>
          </a:p>
        </p:txBody>
      </p:sp>
      <p:sp>
        <p:nvSpPr>
          <p:cNvPr id="34" name="Text 32"/>
          <p:cNvSpPr txBox="1"/>
          <p:nvPr/>
        </p:nvSpPr>
        <p:spPr>
          <a:xfrm>
            <a:off x="7589520" y="4690872"/>
            <a:ext cx="3886200" cy="365760"/>
          </a:xfrm>
          <a:prstGeom prst="rect">
            <a:avLst/>
          </a:prstGeom>
          <a:noFill/>
          <a:ln/>
        </p:spPr>
        <p:txBody>
          <a:bodyPr wrap="square" lIns="0" tIns="0" rIns="0" bIns="0" rtlCol="0" anchor="ctr"/>
          <a:lstStyle/>
          <a:p>
            <a:pPr marL="0" indent="0">
              <a:buNone/>
            </a:pPr>
            <a:r>
              <a:rPr lang="en-US" sz="1400" dirty="0">
                <a:solidFill>
                  <a:schemeClr val="tx1"/>
                </a:solidFill>
                <a:latin typeface="Gadugi" panose="020B0502040204020203" pitchFamily="34" charset="0"/>
                <a:ea typeface="Gadugi" panose="020B0502040204020203" pitchFamily="34" charset="0"/>
              </a:rPr>
              <a:t>How each team's wins split between drivers.</a:t>
            </a:r>
            <a:endParaRPr lang="en-US" sz="1400" dirty="0">
              <a:latin typeface="Gadugi" panose="020B0502040204020203" pitchFamily="34" charset="0"/>
              <a:ea typeface="Gadugi" panose="020B0502040204020203" pitchFamily="34" charset="0"/>
            </a:endParaRPr>
          </a:p>
        </p:txBody>
      </p:sp>
      <p:sp>
        <p:nvSpPr>
          <p:cNvPr id="35" name="Visual guide 5"/>
          <p:cNvSpPr/>
          <p:nvPr/>
        </p:nvSpPr>
        <p:spPr>
          <a:xfrm>
            <a:off x="7406640" y="5212080"/>
            <a:ext cx="4233672" cy="822960"/>
          </a:xfrm>
          <a:prstGeom prst="roundRect">
            <a:avLst>
              <a:gd name="adj" fmla="val 13333"/>
            </a:avLst>
          </a:prstGeom>
          <a:solidFill>
            <a:schemeClr val="bg2"/>
          </a:solidFill>
          <a:ln/>
        </p:spPr>
      </p:sp>
      <p:sp>
        <p:nvSpPr>
          <p:cNvPr id="36" name="Text 34"/>
          <p:cNvSpPr txBox="1"/>
          <p:nvPr/>
        </p:nvSpPr>
        <p:spPr>
          <a:xfrm>
            <a:off x="7589520" y="5303520"/>
            <a:ext cx="3886200" cy="320040"/>
          </a:xfrm>
          <a:prstGeom prst="rect">
            <a:avLst/>
          </a:prstGeom>
          <a:noFill/>
          <a:ln/>
        </p:spPr>
        <p:txBody>
          <a:bodyPr wrap="square" lIns="0" tIns="0" rIns="0" bIns="0" rtlCol="0" anchor="ctr"/>
          <a:lstStyle/>
          <a:p>
            <a:pPr marL="0" indent="0">
              <a:buNone/>
            </a:pPr>
            <a:r>
              <a:rPr lang="en-US" sz="1600" b="1" dirty="0">
                <a:solidFill>
                  <a:schemeClr val="tx1"/>
                </a:solidFill>
                <a:latin typeface="Gadugi" panose="020B0502040204020203" pitchFamily="34" charset="0"/>
                <a:ea typeface="Gadugi" panose="020B0502040204020203" pitchFamily="34" charset="0"/>
                <a:cs typeface="Arial" pitchFamily="34" charset="-120"/>
              </a:rPr>
              <a:t>Table + slicer</a:t>
            </a:r>
            <a:endParaRPr lang="en-US" sz="1600" dirty="0">
              <a:latin typeface="Gadugi" panose="020B0502040204020203" pitchFamily="34" charset="0"/>
              <a:ea typeface="Gadugi" panose="020B0502040204020203" pitchFamily="34" charset="0"/>
            </a:endParaRPr>
          </a:p>
        </p:txBody>
      </p:sp>
      <p:sp>
        <p:nvSpPr>
          <p:cNvPr id="37" name="Text 35"/>
          <p:cNvSpPr txBox="1"/>
          <p:nvPr/>
        </p:nvSpPr>
        <p:spPr>
          <a:xfrm>
            <a:off x="7589520" y="5650992"/>
            <a:ext cx="3886200" cy="365760"/>
          </a:xfrm>
          <a:prstGeom prst="rect">
            <a:avLst/>
          </a:prstGeom>
          <a:noFill/>
          <a:ln/>
        </p:spPr>
        <p:txBody>
          <a:bodyPr wrap="square" lIns="0" tIns="0" rIns="0" bIns="0" rtlCol="0" anchor="ctr"/>
          <a:lstStyle/>
          <a:p>
            <a:pPr marL="0" indent="0">
              <a:buNone/>
            </a:pPr>
            <a:r>
              <a:rPr lang="en-US" sz="1400" dirty="0">
                <a:solidFill>
                  <a:schemeClr val="tx1"/>
                </a:solidFill>
                <a:latin typeface="Gadugi" panose="020B0502040204020203" pitchFamily="34" charset="0"/>
                <a:ea typeface="Gadugi" panose="020B0502040204020203" pitchFamily="34" charset="0"/>
              </a:rPr>
              <a:t>Race-level drill-down by Grand Prix.</a:t>
            </a:r>
            <a:endParaRPr lang="en-US" sz="1400" dirty="0">
              <a:latin typeface="Gadugi" panose="020B0502040204020203" pitchFamily="34" charset="0"/>
              <a:ea typeface="Gadugi" panose="020B0502040204020203" pitchFamily="34" charset="0"/>
            </a:endParaRPr>
          </a:p>
        </p:txBody>
      </p:sp>
      <p:sp>
        <p:nvSpPr>
          <p:cNvPr id="38"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latin typeface="Gadugi" panose="020B0502040204020203" pitchFamily="34" charset="0"/>
                <a:ea typeface="Gadugi" panose="020B0502040204020203" pitchFamily="34" charset="0"/>
              </a:rPr>
              <a:t>13</a:t>
            </a:fld>
            <a:endParaRPr lang="en-US">
              <a:latin typeface="Gadugi" panose="020B0502040204020203" pitchFamily="34" charset="0"/>
              <a:ea typeface="Gadugi" panose="020B0502040204020203"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tx1"/>
                </a:solidFill>
                <a:latin typeface="Gadugi" panose="020B0502040204020203" pitchFamily="34" charset="0"/>
                <a:ea typeface="Gadugi" panose="020B0502040204020203" pitchFamily="34" charset="0"/>
              </a:rPr>
              <a:t>How the dashboard KPIs are calculated</a:t>
            </a:r>
            <a:endParaRPr lang="en-US" sz="3400" dirty="0">
              <a:latin typeface="Gadugi" panose="020B0502040204020203" pitchFamily="34" charset="0"/>
              <a:ea typeface="Gadugi" panose="020B0502040204020203" pitchFamily="34" charset="0"/>
            </a:endParaRPr>
          </a:p>
        </p:txBody>
      </p:sp>
      <p:graphicFrame>
        <p:nvGraphicFramePr>
          <p:cNvPr id="15" name="KPI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2834640"/>
        </p:xfrm>
        <a:graphic>
          <a:graphicData uri="http://schemas.openxmlformats.org/drawingml/2006/table">
            <a:tbl>
              <a:tblPr/>
              <a:tblGrid>
                <a:gridCol w="274320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gridCol w="2587752">
                  <a:extLst>
                    <a:ext uri="{9D8B030D-6E8A-4147-A177-3AD203B41FA5}">
                      <a16:colId xmlns:a16="http://schemas.microsoft.com/office/drawing/2014/main" val="20002"/>
                    </a:ext>
                  </a:extLst>
                </a:gridCol>
              </a:tblGrid>
              <a:tr h="566928">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KPI card</a:t>
                      </a:r>
                      <a:endParaRPr lang="en-US" sz="1400" dirty="0">
                        <a:latin typeface="Calibri" charset="0"/>
                        <a:ea typeface="Calibri" charset="0"/>
                        <a:cs typeface="Calibri" charset="0"/>
                      </a:endParaRPr>
                    </a:p>
                  </a:txBody>
                  <a:tcPr marL="137160" marR="137160"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Dashboard logic</a:t>
                      </a:r>
                      <a:endParaRPr lang="en-US" sz="1400" dirty="0">
                        <a:latin typeface="Calibri" charset="0"/>
                        <a:ea typeface="Calibri" charset="0"/>
                        <a:cs typeface="Calibri" charset="0"/>
                      </a:endParaRPr>
                    </a:p>
                  </a:txBody>
                  <a:tcPr marL="137160" marR="137160"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Value in F1_DB</a:t>
                      </a:r>
                      <a:endParaRPr lang="en-US" sz="1400" dirty="0">
                        <a:latin typeface="Calibri" charset="0"/>
                        <a:ea typeface="Calibri" charset="0"/>
                        <a:cs typeface="Calibri" charset="0"/>
                      </a:endParaRPr>
                    </a:p>
                  </a:txBody>
                  <a:tcPr marL="137160" marR="137160"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Total Races</a:t>
                      </a:r>
                      <a:endParaRPr lang="en-US" sz="1400" dirty="0">
                        <a:latin typeface="Calibri" charset="0"/>
                        <a:ea typeface="Calibri" charset="0"/>
                        <a:cs typeface="Calibri" charset="0"/>
                      </a:endParaRPr>
                    </a:p>
                  </a:txBody>
                  <a:tcPr marL="137160" marR="137160"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Distinct count of Round</a:t>
                      </a:r>
                      <a:endParaRPr lang="en-US" sz="1400" dirty="0">
                        <a:latin typeface="Calibri" charset="0"/>
                        <a:ea typeface="Calibri" charset="0"/>
                        <a:cs typeface="Calibri" charset="0"/>
                      </a:endParaRPr>
                    </a:p>
                  </a:txBody>
                  <a:tcPr marL="137160" marR="137160"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24</a:t>
                      </a:r>
                      <a:endParaRPr lang="en-US" sz="1400" dirty="0">
                        <a:latin typeface="Calibri" charset="0"/>
                        <a:ea typeface="Calibri" charset="0"/>
                        <a:cs typeface="Calibri" charset="0"/>
                      </a:endParaRPr>
                    </a:p>
                  </a:txBody>
                  <a:tcPr marL="137160" marR="137160"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Completed Races</a:t>
                      </a:r>
                      <a:endParaRPr lang="en-US" sz="1400" dirty="0">
                        <a:latin typeface="Calibri" charset="0"/>
                        <a:ea typeface="Calibri" charset="0"/>
                        <a:cs typeface="Calibri" charset="0"/>
                      </a:endParaRPr>
                    </a:p>
                  </a:txBody>
                  <a:tcPr marL="137160" marR="137160"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Distinct Grand Prix, filtered to Status = Completed</a:t>
                      </a:r>
                      <a:endParaRPr lang="en-US" sz="1400" dirty="0">
                        <a:latin typeface="Calibri" charset="0"/>
                        <a:ea typeface="Calibri" charset="0"/>
                        <a:cs typeface="Calibri" charset="0"/>
                      </a:endParaRPr>
                    </a:p>
                  </a:txBody>
                  <a:tcPr marL="137160" marR="137160"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18</a:t>
                      </a:r>
                      <a:endParaRPr lang="en-US" sz="1400" dirty="0">
                        <a:latin typeface="Calibri" charset="0"/>
                        <a:ea typeface="Calibri" charset="0"/>
                        <a:cs typeface="Calibri" charset="0"/>
                      </a:endParaRPr>
                    </a:p>
                  </a:txBody>
                  <a:tcPr marL="137160" marR="137160"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Total Laps</a:t>
                      </a:r>
                      <a:endParaRPr lang="en-US" sz="1400" dirty="0">
                        <a:latin typeface="Calibri" charset="0"/>
                        <a:ea typeface="Calibri" charset="0"/>
                        <a:cs typeface="Calibri" charset="0"/>
                      </a:endParaRPr>
                    </a:p>
                  </a:txBody>
                  <a:tcPr marL="137160" marR="137160"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Sum of Laps</a:t>
                      </a:r>
                      <a:endParaRPr lang="en-US" sz="1400" dirty="0">
                        <a:latin typeface="Calibri" charset="0"/>
                        <a:ea typeface="Calibri" charset="0"/>
                        <a:cs typeface="Calibri" charset="0"/>
                      </a:endParaRPr>
                    </a:p>
                  </a:txBody>
                  <a:tcPr marL="137160" marR="137160"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1,080</a:t>
                      </a:r>
                      <a:endParaRPr lang="en-US" sz="1400" dirty="0">
                        <a:latin typeface="Calibri" charset="0"/>
                        <a:ea typeface="Calibri" charset="0"/>
                        <a:cs typeface="Calibri" charset="0"/>
                      </a:endParaRPr>
                    </a:p>
                  </a:txBody>
                  <a:tcPr marL="137160" marR="137160"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Race Winners</a:t>
                      </a:r>
                      <a:endParaRPr lang="en-US" sz="1400" dirty="0">
                        <a:latin typeface="Calibri" charset="0"/>
                        <a:ea typeface="Calibri" charset="0"/>
                        <a:cs typeface="Calibri" charset="0"/>
                      </a:endParaRPr>
                    </a:p>
                  </a:txBody>
                  <a:tcPr marL="137160" marR="137160"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dirty="0">
                          <a:solidFill>
                            <a:schemeClr val="tx1"/>
                          </a:solidFill>
                          <a:latin typeface="Calibri" pitchFamily="34" charset="0"/>
                          <a:ea typeface="Calibri" pitchFamily="34" charset="-122"/>
                          <a:cs typeface="Calibri" pitchFamily="34" charset="-120"/>
                        </a:rPr>
                        <a:t>Distinct count of Race Winner</a:t>
                      </a:r>
                      <a:endParaRPr lang="en-US" sz="1400" dirty="0">
                        <a:latin typeface="Calibri" charset="0"/>
                        <a:ea typeface="Calibri" charset="0"/>
                        <a:cs typeface="Calibri" charset="0"/>
                      </a:endParaRPr>
                    </a:p>
                  </a:txBody>
                  <a:tcPr marL="137160" marR="137160"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137160" marR="137160" marT="0" marB="0"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Text 1"/>
          <p:cNvSpPr txBox="1"/>
          <p:nvPr/>
        </p:nvSpPr>
        <p:spPr>
          <a:xfrm>
            <a:off x="548640" y="4434840"/>
            <a:ext cx="11091672" cy="365760"/>
          </a:xfrm>
          <a:prstGeom prst="rect">
            <a:avLst/>
          </a:prstGeom>
          <a:noFill/>
          <a:ln/>
        </p:spPr>
        <p:txBody>
          <a:bodyPr wrap="square" lIns="0" tIns="0" rIns="0" bIns="0" rtlCol="0" anchor="ctr"/>
          <a:lstStyle/>
          <a:p>
            <a:pPr marL="0" indent="0">
              <a:buNone/>
            </a:pPr>
            <a:r>
              <a:rPr lang="en-US" sz="1800" b="1" dirty="0">
                <a:solidFill>
                  <a:schemeClr val="tx1"/>
                </a:solidFill>
                <a:latin typeface="Gadugi" panose="020B0502040204020203" pitchFamily="34" charset="0"/>
                <a:ea typeface="Gadugi" panose="020B0502040204020203" pitchFamily="34" charset="0"/>
                <a:cs typeface="Arial" pitchFamily="34" charset="-120"/>
              </a:rPr>
              <a:t>Two quick checks for the report author</a:t>
            </a:r>
            <a:endParaRPr lang="en-US" sz="1800" dirty="0">
              <a:latin typeface="Gadugi" panose="020B0502040204020203" pitchFamily="34" charset="0"/>
              <a:ea typeface="Gadugi" panose="020B0502040204020203" pitchFamily="34" charset="0"/>
            </a:endParaRPr>
          </a:p>
        </p:txBody>
      </p:sp>
      <p:sp>
        <p:nvSpPr>
          <p:cNvPr id="5" name="Check card 1"/>
          <p:cNvSpPr/>
          <p:nvPr/>
        </p:nvSpPr>
        <p:spPr>
          <a:xfrm>
            <a:off x="548640" y="4937760"/>
            <a:ext cx="5440680" cy="1371600"/>
          </a:xfrm>
          <a:prstGeom prst="roundRect">
            <a:avLst>
              <a:gd name="adj" fmla="val 8000"/>
            </a:avLst>
          </a:prstGeom>
          <a:solidFill>
            <a:schemeClr val="bg2"/>
          </a:solidFill>
          <a:ln/>
        </p:spPr>
      </p:sp>
      <p:sp>
        <p:nvSpPr>
          <p:cNvPr id="6" name="Icon check 1 circle"/>
          <p:cNvSpPr/>
          <p:nvPr/>
        </p:nvSpPr>
        <p:spPr>
          <a:xfrm>
            <a:off x="777240" y="5074920"/>
            <a:ext cx="457200" cy="457200"/>
          </a:xfrm>
          <a:prstGeom prst="ellipse">
            <a:avLst/>
          </a:prstGeom>
          <a:solidFill>
            <a:schemeClr val="accent1"/>
          </a:solidFill>
          <a:ln/>
        </p:spPr>
      </p:sp>
      <p:pic>
        <p:nvPicPr>
          <p:cNvPr id="7" name="Icon check 1" descr="Icon check 1"/>
          <p:cNvPicPr>
            <a:picLocks noChangeAspect="1"/>
          </p:cNvPicPr>
          <p:nvPr/>
        </p:nvPicPr>
        <p:blipFill>
          <a:blip r:embed="rId3"/>
          <a:stretch>
            <a:fillRect/>
          </a:stretch>
        </p:blipFill>
        <p:spPr>
          <a:xfrm>
            <a:off x="905256" y="5202936"/>
            <a:ext cx="201168" cy="201168"/>
          </a:xfrm>
          <a:prstGeom prst="rect">
            <a:avLst/>
          </a:prstGeom>
        </p:spPr>
      </p:pic>
      <p:sp>
        <p:nvSpPr>
          <p:cNvPr id="8" name="Text 4"/>
          <p:cNvSpPr txBox="1"/>
          <p:nvPr/>
        </p:nvSpPr>
        <p:spPr>
          <a:xfrm>
            <a:off x="1417320" y="5074920"/>
            <a:ext cx="4389120" cy="457200"/>
          </a:xfrm>
          <a:prstGeom prst="rect">
            <a:avLst/>
          </a:prstGeom>
          <a:noFill/>
          <a:ln/>
        </p:spPr>
        <p:txBody>
          <a:bodyPr wrap="square" lIns="0" tIns="0" rIns="0" bIns="0" rtlCol="0" anchor="ctr"/>
          <a:lstStyle/>
          <a:p>
            <a:pPr marL="0" indent="0">
              <a:buNone/>
            </a:pPr>
            <a:r>
              <a:rPr lang="en-US" sz="1600" b="1" dirty="0">
                <a:solidFill>
                  <a:schemeClr val="tx1"/>
                </a:solidFill>
                <a:latin typeface="Gadugi" panose="020B0502040204020203" pitchFamily="34" charset="0"/>
                <a:ea typeface="Gadugi" panose="020B0502040204020203" pitchFamily="34" charset="0"/>
                <a:cs typeface="Arial" pitchFamily="34" charset="-120"/>
              </a:rPr>
              <a:t>Race Winners card</a:t>
            </a:r>
            <a:endParaRPr lang="en-US" sz="1600" dirty="0">
              <a:latin typeface="Gadugi" panose="020B0502040204020203" pitchFamily="34" charset="0"/>
              <a:ea typeface="Gadugi" panose="020B0502040204020203" pitchFamily="34" charset="0"/>
            </a:endParaRPr>
          </a:p>
        </p:txBody>
      </p:sp>
      <p:sp>
        <p:nvSpPr>
          <p:cNvPr id="9" name="Text 5"/>
          <p:cNvSpPr txBox="1"/>
          <p:nvPr/>
        </p:nvSpPr>
        <p:spPr>
          <a:xfrm>
            <a:off x="777240" y="5623560"/>
            <a:ext cx="4983480" cy="640080"/>
          </a:xfrm>
          <a:prstGeom prst="rect">
            <a:avLst/>
          </a:prstGeom>
          <a:noFill/>
          <a:ln/>
        </p:spPr>
        <p:txBody>
          <a:bodyPr wrap="square" lIns="0" tIns="0" rIns="0" bIns="0" rtlCol="0" anchor="t"/>
          <a:lstStyle/>
          <a:p>
            <a:pPr marL="0" indent="0">
              <a:buNone/>
            </a:pPr>
            <a:r>
              <a:rPr lang="en-US" sz="1400" dirty="0">
                <a:solidFill>
                  <a:schemeClr val="tx1"/>
                </a:solidFill>
                <a:latin typeface="Gadugi" panose="020B0502040204020203" pitchFamily="34" charset="0"/>
                <a:ea typeface="Gadugi" panose="020B0502040204020203" pitchFamily="34" charset="0"/>
              </a:rPr>
              <a:t>It has no Status filter. Unraced rounds have a blank winner, which can show up as an extra distinct value. Confirm it reads 6, not 7.</a:t>
            </a:r>
            <a:endParaRPr lang="en-US" sz="1400" dirty="0">
              <a:latin typeface="Gadugi" panose="020B0502040204020203" pitchFamily="34" charset="0"/>
              <a:ea typeface="Gadugi" panose="020B0502040204020203" pitchFamily="34" charset="0"/>
            </a:endParaRPr>
          </a:p>
        </p:txBody>
      </p:sp>
      <p:sp>
        <p:nvSpPr>
          <p:cNvPr id="10" name="Check card 2"/>
          <p:cNvSpPr/>
          <p:nvPr/>
        </p:nvSpPr>
        <p:spPr>
          <a:xfrm>
            <a:off x="6199632" y="4937760"/>
            <a:ext cx="5440680" cy="1371600"/>
          </a:xfrm>
          <a:prstGeom prst="roundRect">
            <a:avLst>
              <a:gd name="adj" fmla="val 8000"/>
            </a:avLst>
          </a:prstGeom>
          <a:solidFill>
            <a:schemeClr val="bg2"/>
          </a:solidFill>
          <a:ln/>
        </p:spPr>
      </p:sp>
      <p:sp>
        <p:nvSpPr>
          <p:cNvPr id="11" name="Icon check 2 circle"/>
          <p:cNvSpPr/>
          <p:nvPr/>
        </p:nvSpPr>
        <p:spPr>
          <a:xfrm>
            <a:off x="6428232" y="5074920"/>
            <a:ext cx="457200" cy="457200"/>
          </a:xfrm>
          <a:prstGeom prst="ellipse">
            <a:avLst/>
          </a:prstGeom>
          <a:solidFill>
            <a:schemeClr val="accent1"/>
          </a:solidFill>
          <a:ln/>
        </p:spPr>
      </p:sp>
      <p:pic>
        <p:nvPicPr>
          <p:cNvPr id="12" name="Icon check 2" descr="Icon check 2"/>
          <p:cNvPicPr>
            <a:picLocks noChangeAspect="1"/>
          </p:cNvPicPr>
          <p:nvPr/>
        </p:nvPicPr>
        <p:blipFill>
          <a:blip r:embed="rId3"/>
          <a:stretch>
            <a:fillRect/>
          </a:stretch>
        </p:blipFill>
        <p:spPr>
          <a:xfrm>
            <a:off x="6556248" y="5202936"/>
            <a:ext cx="201168" cy="201168"/>
          </a:xfrm>
          <a:prstGeom prst="rect">
            <a:avLst/>
          </a:prstGeom>
        </p:spPr>
      </p:pic>
      <p:sp>
        <p:nvSpPr>
          <p:cNvPr id="13" name="Text 8"/>
          <p:cNvSpPr txBox="1"/>
          <p:nvPr/>
        </p:nvSpPr>
        <p:spPr>
          <a:xfrm>
            <a:off x="7068312" y="5074920"/>
            <a:ext cx="4389120" cy="457200"/>
          </a:xfrm>
          <a:prstGeom prst="rect">
            <a:avLst/>
          </a:prstGeom>
          <a:noFill/>
          <a:ln/>
        </p:spPr>
        <p:txBody>
          <a:bodyPr wrap="square" lIns="0" tIns="0" rIns="0" bIns="0" rtlCol="0" anchor="ctr"/>
          <a:lstStyle/>
          <a:p>
            <a:pPr marL="0" indent="0">
              <a:buNone/>
            </a:pPr>
            <a:r>
              <a:rPr lang="en-US" sz="1600" b="1" dirty="0">
                <a:solidFill>
                  <a:schemeClr val="tx1"/>
                </a:solidFill>
                <a:latin typeface="Gadugi" panose="020B0502040204020203" pitchFamily="34" charset="0"/>
                <a:ea typeface="Gadugi" panose="020B0502040204020203" pitchFamily="34" charset="0"/>
                <a:cs typeface="Arial" pitchFamily="34" charset="-120"/>
              </a:rPr>
              <a:t>Wins by driver chart</a:t>
            </a:r>
            <a:endParaRPr lang="en-US" sz="1600" dirty="0">
              <a:latin typeface="Gadugi" panose="020B0502040204020203" pitchFamily="34" charset="0"/>
              <a:ea typeface="Gadugi" panose="020B0502040204020203" pitchFamily="34" charset="0"/>
            </a:endParaRPr>
          </a:p>
        </p:txBody>
      </p:sp>
      <p:sp>
        <p:nvSpPr>
          <p:cNvPr id="14" name="Text 9"/>
          <p:cNvSpPr txBox="1"/>
          <p:nvPr/>
        </p:nvSpPr>
        <p:spPr>
          <a:xfrm>
            <a:off x="6428232" y="5623560"/>
            <a:ext cx="4983480" cy="640080"/>
          </a:xfrm>
          <a:prstGeom prst="rect">
            <a:avLst/>
          </a:prstGeom>
          <a:noFill/>
          <a:ln/>
        </p:spPr>
        <p:txBody>
          <a:bodyPr wrap="square" lIns="0" tIns="0" rIns="0" bIns="0" rtlCol="0" anchor="t"/>
          <a:lstStyle/>
          <a:p>
            <a:pPr marL="0" indent="0">
              <a:buNone/>
            </a:pPr>
            <a:r>
              <a:rPr lang="en-US" sz="1400" dirty="0">
                <a:solidFill>
                  <a:schemeClr val="tx1"/>
                </a:solidFill>
                <a:latin typeface="Gadugi" panose="020B0502040204020203" pitchFamily="34" charset="0"/>
                <a:ea typeface="Gadugi" panose="020B0502040204020203" pitchFamily="34" charset="0"/>
              </a:rPr>
              <a:t>The donut and team × driver chart are filtered to Completed; this chart is not, so a blank bar for the six unraced rounds is possible.</a:t>
            </a:r>
            <a:endParaRPr lang="en-US" sz="1400" dirty="0">
              <a:latin typeface="Gadugi" panose="020B0502040204020203" pitchFamily="34" charset="0"/>
              <a:ea typeface="Gadugi" panose="020B0502040204020203" pitchFamily="34" charset="0"/>
            </a:endParaRPr>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r"/>
            <a:fld id="{F7021451-1387-4CA6-816F-3879F97B5CBC}" type="slidenum">
              <a:rPr lang="en-US" b="0">
                <a:latin typeface="Gadugi" panose="020B0502040204020203" pitchFamily="34" charset="0"/>
                <a:ea typeface="Gadugi" panose="020B0502040204020203" pitchFamily="34" charset="0"/>
              </a:rPr>
              <a:t>14</a:t>
            </a:fld>
            <a:endParaRPr lang="en-US">
              <a:latin typeface="Gadugi" panose="020B0502040204020203" pitchFamily="34" charset="0"/>
              <a:ea typeface="Gadugi" panose="020B0502040204020203"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91672" cy="777240"/>
          </a:xfrm>
          <a:prstGeom prst="rect">
            <a:avLst/>
          </a:prstGeom>
          <a:noFill/>
          <a:ln/>
        </p:spPr>
        <p:txBody>
          <a:bodyPr wrap="square" lIns="0" tIns="0" rIns="0" bIns="0" rtlCol="0" anchor="ctr"/>
          <a:lstStyle/>
          <a:p>
            <a:pPr marL="0" indent="0" algn="l">
              <a:buNone/>
            </a:pPr>
            <a:r>
              <a:rPr lang="en-US" sz="3400" b="1" dirty="0">
                <a:solidFill>
                  <a:schemeClr val="bg1"/>
                </a:solidFill>
                <a:latin typeface="Gadugi" panose="020B0502040204020203" pitchFamily="34" charset="0"/>
                <a:ea typeface="Gadugi" panose="020B0502040204020203" pitchFamily="34" charset="0"/>
              </a:rPr>
              <a:t>Key takeaways</a:t>
            </a:r>
            <a:endParaRPr lang="en-US" sz="3400" dirty="0">
              <a:latin typeface="Gadugi" panose="020B0502040204020203" pitchFamily="34" charset="0"/>
              <a:ea typeface="Gadugi" panose="020B0502040204020203" pitchFamily="34" charset="0"/>
            </a:endParaRPr>
          </a:p>
        </p:txBody>
      </p:sp>
      <p:sp>
        <p:nvSpPr>
          <p:cNvPr id="3" name="Takeaway 01"/>
          <p:cNvSpPr/>
          <p:nvPr/>
        </p:nvSpPr>
        <p:spPr>
          <a:xfrm>
            <a:off x="548640" y="1371600"/>
            <a:ext cx="5440680" cy="1920240"/>
          </a:xfrm>
          <a:prstGeom prst="roundRect">
            <a:avLst>
              <a:gd name="adj" fmla="val 5714"/>
            </a:avLst>
          </a:prstGeom>
          <a:solidFill>
            <a:schemeClr val="bg1">
              <a:alpha val="10000"/>
            </a:schemeClr>
          </a:solidFill>
          <a:ln/>
        </p:spPr>
      </p:sp>
      <p:sp>
        <p:nvSpPr>
          <p:cNvPr id="4" name="Text 2"/>
          <p:cNvSpPr txBox="1"/>
          <p:nvPr/>
        </p:nvSpPr>
        <p:spPr>
          <a:xfrm>
            <a:off x="822960" y="1554480"/>
            <a:ext cx="914400" cy="548640"/>
          </a:xfrm>
          <a:prstGeom prst="rect">
            <a:avLst/>
          </a:prstGeom>
          <a:noFill/>
          <a:ln/>
        </p:spPr>
        <p:txBody>
          <a:bodyPr wrap="square" lIns="0" tIns="0" rIns="0" bIns="0" rtlCol="0" anchor="ctr"/>
          <a:lstStyle/>
          <a:p>
            <a:pPr marL="0" indent="0">
              <a:buNone/>
            </a:pPr>
            <a:r>
              <a:rPr lang="en-US" sz="3200" b="1" dirty="0">
                <a:solidFill>
                  <a:schemeClr val="accent2"/>
                </a:solidFill>
                <a:latin typeface="Gadugi" panose="020B0502040204020203" pitchFamily="34" charset="0"/>
                <a:ea typeface="Gadugi" panose="020B0502040204020203" pitchFamily="34" charset="0"/>
                <a:cs typeface="Arial" pitchFamily="34" charset="-120"/>
              </a:rPr>
              <a:t>01</a:t>
            </a:r>
            <a:endParaRPr lang="en-US" sz="3200" dirty="0">
              <a:latin typeface="Gadugi" panose="020B0502040204020203" pitchFamily="34" charset="0"/>
              <a:ea typeface="Gadugi" panose="020B0502040204020203" pitchFamily="34" charset="0"/>
            </a:endParaRPr>
          </a:p>
        </p:txBody>
      </p:sp>
      <p:sp>
        <p:nvSpPr>
          <p:cNvPr id="5" name="Text 3"/>
          <p:cNvSpPr txBox="1"/>
          <p:nvPr/>
        </p:nvSpPr>
        <p:spPr>
          <a:xfrm>
            <a:off x="822960" y="2148840"/>
            <a:ext cx="4892040" cy="365760"/>
          </a:xfrm>
          <a:prstGeom prst="rect">
            <a:avLst/>
          </a:prstGeom>
          <a:noFill/>
          <a:ln/>
        </p:spPr>
        <p:txBody>
          <a:bodyPr wrap="square" lIns="0" tIns="0" rIns="0" bIns="0" rtlCol="0" anchor="ctr"/>
          <a:lstStyle/>
          <a:p>
            <a:pPr marL="0" indent="0">
              <a:buNone/>
            </a:pPr>
            <a:r>
              <a:rPr lang="en-US" sz="1800" b="1" dirty="0">
                <a:solidFill>
                  <a:schemeClr val="bg1"/>
                </a:solidFill>
                <a:latin typeface="Gadugi" panose="020B0502040204020203" pitchFamily="34" charset="0"/>
                <a:ea typeface="Gadugi" panose="020B0502040204020203" pitchFamily="34" charset="0"/>
                <a:cs typeface="Arial" pitchFamily="34" charset="-120"/>
              </a:rPr>
              <a:t>Mercedes sets the pace</a:t>
            </a:r>
            <a:endParaRPr lang="en-US" sz="1800" dirty="0">
              <a:latin typeface="Gadugi" panose="020B0502040204020203" pitchFamily="34" charset="0"/>
              <a:ea typeface="Gadugi" panose="020B0502040204020203" pitchFamily="34" charset="0"/>
            </a:endParaRPr>
          </a:p>
        </p:txBody>
      </p:sp>
      <p:sp>
        <p:nvSpPr>
          <p:cNvPr id="6" name="Text 4"/>
          <p:cNvSpPr txBox="1"/>
          <p:nvPr/>
        </p:nvSpPr>
        <p:spPr>
          <a:xfrm>
            <a:off x="822960" y="2560320"/>
            <a:ext cx="4892040" cy="640080"/>
          </a:xfrm>
          <a:prstGeom prst="rect">
            <a:avLst/>
          </a:prstGeom>
          <a:noFill/>
          <a:ln/>
        </p:spPr>
        <p:txBody>
          <a:bodyPr wrap="square" lIns="0" tIns="0" rIns="0" bIns="0" rtlCol="0" anchor="t"/>
          <a:lstStyle/>
          <a:p>
            <a:pPr marL="0" indent="0">
              <a:buNone/>
            </a:pPr>
            <a:r>
              <a:rPr lang="en-US" sz="1400" dirty="0">
                <a:solidFill>
                  <a:schemeClr val="bg2"/>
                </a:solidFill>
                <a:latin typeface="Gadugi" panose="020B0502040204020203" pitchFamily="34" charset="0"/>
                <a:ea typeface="Gadugi" panose="020B0502040204020203" pitchFamily="34" charset="0"/>
              </a:rPr>
              <a:t>12 of 18 wins (67%), more than the other three winning teams combined.</a:t>
            </a:r>
            <a:endParaRPr lang="en-US" sz="1400" dirty="0">
              <a:latin typeface="Gadugi" panose="020B0502040204020203" pitchFamily="34" charset="0"/>
              <a:ea typeface="Gadugi" panose="020B0502040204020203" pitchFamily="34" charset="0"/>
            </a:endParaRPr>
          </a:p>
        </p:txBody>
      </p:sp>
      <p:sp>
        <p:nvSpPr>
          <p:cNvPr id="7" name="Takeaway 02"/>
          <p:cNvSpPr/>
          <p:nvPr/>
        </p:nvSpPr>
        <p:spPr>
          <a:xfrm>
            <a:off x="6199632" y="1371600"/>
            <a:ext cx="5440680" cy="1920240"/>
          </a:xfrm>
          <a:prstGeom prst="roundRect">
            <a:avLst>
              <a:gd name="adj" fmla="val 5714"/>
            </a:avLst>
          </a:prstGeom>
          <a:solidFill>
            <a:schemeClr val="bg1">
              <a:alpha val="10000"/>
            </a:schemeClr>
          </a:solidFill>
          <a:ln/>
        </p:spPr>
      </p:sp>
      <p:sp>
        <p:nvSpPr>
          <p:cNvPr id="8" name="Text 6"/>
          <p:cNvSpPr txBox="1"/>
          <p:nvPr/>
        </p:nvSpPr>
        <p:spPr>
          <a:xfrm>
            <a:off x="6473952" y="1554480"/>
            <a:ext cx="914400" cy="548640"/>
          </a:xfrm>
          <a:prstGeom prst="rect">
            <a:avLst/>
          </a:prstGeom>
          <a:noFill/>
          <a:ln/>
        </p:spPr>
        <p:txBody>
          <a:bodyPr wrap="square" lIns="0" tIns="0" rIns="0" bIns="0" rtlCol="0" anchor="ctr"/>
          <a:lstStyle/>
          <a:p>
            <a:pPr marL="0" indent="0">
              <a:buNone/>
            </a:pPr>
            <a:r>
              <a:rPr lang="en-US" sz="3200" b="1" dirty="0">
                <a:solidFill>
                  <a:schemeClr val="accent1"/>
                </a:solidFill>
                <a:latin typeface="Gadugi" panose="020B0502040204020203" pitchFamily="34" charset="0"/>
                <a:ea typeface="Gadugi" panose="020B0502040204020203" pitchFamily="34" charset="0"/>
                <a:cs typeface="Arial" pitchFamily="34" charset="-120"/>
              </a:rPr>
              <a:t>02</a:t>
            </a:r>
            <a:endParaRPr lang="en-US" sz="3200" dirty="0">
              <a:latin typeface="Gadugi" panose="020B0502040204020203" pitchFamily="34" charset="0"/>
              <a:ea typeface="Gadugi" panose="020B0502040204020203" pitchFamily="34" charset="0"/>
            </a:endParaRPr>
          </a:p>
        </p:txBody>
      </p:sp>
      <p:sp>
        <p:nvSpPr>
          <p:cNvPr id="9" name="Text 7"/>
          <p:cNvSpPr txBox="1"/>
          <p:nvPr/>
        </p:nvSpPr>
        <p:spPr>
          <a:xfrm>
            <a:off x="6473952" y="2148840"/>
            <a:ext cx="4892040" cy="365760"/>
          </a:xfrm>
          <a:prstGeom prst="rect">
            <a:avLst/>
          </a:prstGeom>
          <a:noFill/>
          <a:ln/>
        </p:spPr>
        <p:txBody>
          <a:bodyPr wrap="square" lIns="0" tIns="0" rIns="0" bIns="0" rtlCol="0" anchor="ctr"/>
          <a:lstStyle/>
          <a:p>
            <a:pPr marL="0" indent="0">
              <a:buNone/>
            </a:pPr>
            <a:r>
              <a:rPr lang="en-US" sz="1800" b="1" dirty="0">
                <a:solidFill>
                  <a:schemeClr val="bg1"/>
                </a:solidFill>
                <a:latin typeface="Gadugi" panose="020B0502040204020203" pitchFamily="34" charset="0"/>
                <a:ea typeface="Gadugi" panose="020B0502040204020203" pitchFamily="34" charset="0"/>
                <a:cs typeface="Arial" pitchFamily="34" charset="-120"/>
              </a:rPr>
              <a:t>Antonelli leads the drivers</a:t>
            </a:r>
            <a:endParaRPr lang="en-US" sz="1800" dirty="0">
              <a:latin typeface="Gadugi" panose="020B0502040204020203" pitchFamily="34" charset="0"/>
              <a:ea typeface="Gadugi" panose="020B0502040204020203" pitchFamily="34" charset="0"/>
            </a:endParaRPr>
          </a:p>
        </p:txBody>
      </p:sp>
      <p:sp>
        <p:nvSpPr>
          <p:cNvPr id="10" name="Text 8"/>
          <p:cNvSpPr txBox="1"/>
          <p:nvPr/>
        </p:nvSpPr>
        <p:spPr>
          <a:xfrm>
            <a:off x="6473952" y="2560320"/>
            <a:ext cx="4892040" cy="640080"/>
          </a:xfrm>
          <a:prstGeom prst="rect">
            <a:avLst/>
          </a:prstGeom>
          <a:noFill/>
          <a:ln/>
        </p:spPr>
        <p:txBody>
          <a:bodyPr wrap="square" lIns="0" tIns="0" rIns="0" bIns="0" rtlCol="0" anchor="t"/>
          <a:lstStyle/>
          <a:p>
            <a:pPr marL="0" indent="0">
              <a:buNone/>
            </a:pPr>
            <a:r>
              <a:rPr lang="en-US" sz="1400" dirty="0">
                <a:solidFill>
                  <a:schemeClr val="bg2"/>
                </a:solidFill>
                <a:latin typeface="Gadugi" panose="020B0502040204020203" pitchFamily="34" charset="0"/>
                <a:ea typeface="Gadugi" panose="020B0502040204020203" pitchFamily="34" charset="0"/>
              </a:rPr>
              <a:t>9 wins, including five straight from Round 2 to Round 7.</a:t>
            </a:r>
            <a:endParaRPr lang="en-US" sz="1400" dirty="0">
              <a:latin typeface="Gadugi" panose="020B0502040204020203" pitchFamily="34" charset="0"/>
              <a:ea typeface="Gadugi" panose="020B0502040204020203" pitchFamily="34" charset="0"/>
            </a:endParaRPr>
          </a:p>
        </p:txBody>
      </p:sp>
      <p:sp>
        <p:nvSpPr>
          <p:cNvPr id="11" name="Takeaway 03"/>
          <p:cNvSpPr/>
          <p:nvPr/>
        </p:nvSpPr>
        <p:spPr>
          <a:xfrm>
            <a:off x="548640" y="3474720"/>
            <a:ext cx="5440680" cy="1920240"/>
          </a:xfrm>
          <a:prstGeom prst="roundRect">
            <a:avLst>
              <a:gd name="adj" fmla="val 5714"/>
            </a:avLst>
          </a:prstGeom>
          <a:solidFill>
            <a:schemeClr val="bg1">
              <a:alpha val="10000"/>
            </a:schemeClr>
          </a:solidFill>
          <a:ln/>
        </p:spPr>
      </p:sp>
      <p:sp>
        <p:nvSpPr>
          <p:cNvPr id="12" name="Text 10"/>
          <p:cNvSpPr txBox="1"/>
          <p:nvPr/>
        </p:nvSpPr>
        <p:spPr>
          <a:xfrm>
            <a:off x="822960" y="3657600"/>
            <a:ext cx="914400" cy="548640"/>
          </a:xfrm>
          <a:prstGeom prst="rect">
            <a:avLst/>
          </a:prstGeom>
          <a:noFill/>
          <a:ln/>
        </p:spPr>
        <p:txBody>
          <a:bodyPr wrap="square" lIns="0" tIns="0" rIns="0" bIns="0" rtlCol="0" anchor="ctr"/>
          <a:lstStyle/>
          <a:p>
            <a:pPr marL="0" indent="0">
              <a:buNone/>
            </a:pPr>
            <a:r>
              <a:rPr lang="en-US" sz="3200" b="1" dirty="0">
                <a:solidFill>
                  <a:schemeClr val="accent3"/>
                </a:solidFill>
                <a:latin typeface="Gadugi" panose="020B0502040204020203" pitchFamily="34" charset="0"/>
                <a:ea typeface="Gadugi" panose="020B0502040204020203" pitchFamily="34" charset="0"/>
                <a:cs typeface="Arial" pitchFamily="34" charset="-120"/>
              </a:rPr>
              <a:t>03</a:t>
            </a:r>
            <a:endParaRPr lang="en-US" sz="3200" dirty="0">
              <a:latin typeface="Gadugi" panose="020B0502040204020203" pitchFamily="34" charset="0"/>
              <a:ea typeface="Gadugi" panose="020B0502040204020203" pitchFamily="34" charset="0"/>
            </a:endParaRPr>
          </a:p>
        </p:txBody>
      </p:sp>
      <p:sp>
        <p:nvSpPr>
          <p:cNvPr id="13" name="Text 11"/>
          <p:cNvSpPr txBox="1"/>
          <p:nvPr/>
        </p:nvSpPr>
        <p:spPr>
          <a:xfrm>
            <a:off x="822960" y="4251960"/>
            <a:ext cx="4892040" cy="365760"/>
          </a:xfrm>
          <a:prstGeom prst="rect">
            <a:avLst/>
          </a:prstGeom>
          <a:noFill/>
          <a:ln/>
        </p:spPr>
        <p:txBody>
          <a:bodyPr wrap="square" lIns="0" tIns="0" rIns="0" bIns="0" rtlCol="0" anchor="ctr"/>
          <a:lstStyle/>
          <a:p>
            <a:pPr marL="0" indent="0">
              <a:buNone/>
            </a:pPr>
            <a:r>
              <a:rPr lang="en-US" sz="1800" b="1" dirty="0">
                <a:solidFill>
                  <a:schemeClr val="bg1"/>
                </a:solidFill>
                <a:latin typeface="Gadugi" panose="020B0502040204020203" pitchFamily="34" charset="0"/>
                <a:ea typeface="Gadugi" panose="020B0502040204020203" pitchFamily="34" charset="0"/>
                <a:cs typeface="Arial" pitchFamily="34" charset="-120"/>
              </a:rPr>
              <a:t>The field has shown variety</a:t>
            </a:r>
            <a:endParaRPr lang="en-US" sz="1800" dirty="0">
              <a:latin typeface="Gadugi" panose="020B0502040204020203" pitchFamily="34" charset="0"/>
              <a:ea typeface="Gadugi" panose="020B0502040204020203" pitchFamily="34" charset="0"/>
            </a:endParaRPr>
          </a:p>
        </p:txBody>
      </p:sp>
      <p:sp>
        <p:nvSpPr>
          <p:cNvPr id="14" name="Text 12"/>
          <p:cNvSpPr txBox="1"/>
          <p:nvPr/>
        </p:nvSpPr>
        <p:spPr>
          <a:xfrm>
            <a:off x="822960" y="4663440"/>
            <a:ext cx="4892040" cy="640080"/>
          </a:xfrm>
          <a:prstGeom prst="rect">
            <a:avLst/>
          </a:prstGeom>
          <a:noFill/>
          <a:ln/>
        </p:spPr>
        <p:txBody>
          <a:bodyPr wrap="square" lIns="0" tIns="0" rIns="0" bIns="0" rtlCol="0" anchor="t"/>
          <a:lstStyle/>
          <a:p>
            <a:pPr marL="0" indent="0">
              <a:buNone/>
            </a:pPr>
            <a:r>
              <a:rPr lang="en-US" sz="1400" dirty="0">
                <a:solidFill>
                  <a:schemeClr val="bg2"/>
                </a:solidFill>
                <a:latin typeface="Gadugi" panose="020B0502040204020203" pitchFamily="34" charset="0"/>
                <a:ea typeface="Gadugi" panose="020B0502040204020203" pitchFamily="34" charset="0"/>
              </a:rPr>
              <a:t>Six winners across four teams; Hamilton, Leclerc, Norris and Verstappen all won.</a:t>
            </a:r>
            <a:endParaRPr lang="en-US" sz="1400" dirty="0">
              <a:latin typeface="Gadugi" panose="020B0502040204020203" pitchFamily="34" charset="0"/>
              <a:ea typeface="Gadugi" panose="020B0502040204020203" pitchFamily="34" charset="0"/>
            </a:endParaRPr>
          </a:p>
        </p:txBody>
      </p:sp>
      <p:sp>
        <p:nvSpPr>
          <p:cNvPr id="15" name="Takeaway 04"/>
          <p:cNvSpPr/>
          <p:nvPr/>
        </p:nvSpPr>
        <p:spPr>
          <a:xfrm>
            <a:off x="6199632" y="3474720"/>
            <a:ext cx="5440680" cy="1920240"/>
          </a:xfrm>
          <a:prstGeom prst="roundRect">
            <a:avLst>
              <a:gd name="adj" fmla="val 5714"/>
            </a:avLst>
          </a:prstGeom>
          <a:solidFill>
            <a:schemeClr val="bg1">
              <a:alpha val="10000"/>
            </a:schemeClr>
          </a:solidFill>
          <a:ln/>
        </p:spPr>
      </p:sp>
      <p:sp>
        <p:nvSpPr>
          <p:cNvPr id="16" name="Text 14"/>
          <p:cNvSpPr txBox="1"/>
          <p:nvPr/>
        </p:nvSpPr>
        <p:spPr>
          <a:xfrm>
            <a:off x="6473952" y="3657600"/>
            <a:ext cx="914400" cy="548640"/>
          </a:xfrm>
          <a:prstGeom prst="rect">
            <a:avLst/>
          </a:prstGeom>
          <a:noFill/>
          <a:ln/>
        </p:spPr>
        <p:txBody>
          <a:bodyPr wrap="square" lIns="0" tIns="0" rIns="0" bIns="0" rtlCol="0" anchor="ctr"/>
          <a:lstStyle/>
          <a:p>
            <a:pPr marL="0" indent="0">
              <a:buNone/>
            </a:pPr>
            <a:r>
              <a:rPr lang="en-US" sz="3200" b="1" dirty="0">
                <a:solidFill>
                  <a:schemeClr val="accent6"/>
                </a:solidFill>
                <a:latin typeface="Gadugi" panose="020B0502040204020203" pitchFamily="34" charset="0"/>
                <a:ea typeface="Gadugi" panose="020B0502040204020203" pitchFamily="34" charset="0"/>
                <a:cs typeface="Arial" pitchFamily="34" charset="-120"/>
              </a:rPr>
              <a:t>04</a:t>
            </a:r>
            <a:endParaRPr lang="en-US" sz="3200" dirty="0">
              <a:latin typeface="Gadugi" panose="020B0502040204020203" pitchFamily="34" charset="0"/>
              <a:ea typeface="Gadugi" panose="020B0502040204020203" pitchFamily="34" charset="0"/>
            </a:endParaRPr>
          </a:p>
        </p:txBody>
      </p:sp>
      <p:sp>
        <p:nvSpPr>
          <p:cNvPr id="17" name="Text 15"/>
          <p:cNvSpPr txBox="1"/>
          <p:nvPr/>
        </p:nvSpPr>
        <p:spPr>
          <a:xfrm>
            <a:off x="6473952" y="4251960"/>
            <a:ext cx="4892040" cy="365760"/>
          </a:xfrm>
          <a:prstGeom prst="rect">
            <a:avLst/>
          </a:prstGeom>
          <a:noFill/>
          <a:ln/>
        </p:spPr>
        <p:txBody>
          <a:bodyPr wrap="square" lIns="0" tIns="0" rIns="0" bIns="0" rtlCol="0" anchor="ctr"/>
          <a:lstStyle/>
          <a:p>
            <a:pPr marL="0" indent="0">
              <a:buNone/>
            </a:pPr>
            <a:r>
              <a:rPr lang="en-US" sz="1800" b="1" dirty="0">
                <a:solidFill>
                  <a:schemeClr val="bg1"/>
                </a:solidFill>
                <a:latin typeface="Gadugi" panose="020B0502040204020203" pitchFamily="34" charset="0"/>
                <a:ea typeface="Gadugi" panose="020B0502040204020203" pitchFamily="34" charset="0"/>
                <a:cs typeface="Arial" pitchFamily="34" charset="-120"/>
              </a:rPr>
              <a:t>Five races remain</a:t>
            </a:r>
            <a:endParaRPr lang="en-US" sz="1800" dirty="0">
              <a:latin typeface="Gadugi" panose="020B0502040204020203" pitchFamily="34" charset="0"/>
              <a:ea typeface="Gadugi" panose="020B0502040204020203" pitchFamily="34" charset="0"/>
            </a:endParaRPr>
          </a:p>
        </p:txBody>
      </p:sp>
      <p:sp>
        <p:nvSpPr>
          <p:cNvPr id="18" name="Text 16"/>
          <p:cNvSpPr txBox="1"/>
          <p:nvPr/>
        </p:nvSpPr>
        <p:spPr>
          <a:xfrm>
            <a:off x="6473952" y="4663440"/>
            <a:ext cx="4892040" cy="640080"/>
          </a:xfrm>
          <a:prstGeom prst="rect">
            <a:avLst/>
          </a:prstGeom>
          <a:noFill/>
          <a:ln/>
        </p:spPr>
        <p:txBody>
          <a:bodyPr wrap="square" lIns="0" tIns="0" rIns="0" bIns="0" rtlCol="0" anchor="t"/>
          <a:lstStyle/>
          <a:p>
            <a:pPr marL="0" indent="0">
              <a:buNone/>
            </a:pPr>
            <a:r>
              <a:rPr lang="en-US" sz="1400" dirty="0">
                <a:solidFill>
                  <a:schemeClr val="bg2"/>
                </a:solidFill>
                <a:latin typeface="Gadugi" panose="020B0502040204020203" pitchFamily="34" charset="0"/>
                <a:ea typeface="Gadugi" panose="020B0502040204020203" pitchFamily="34" charset="0"/>
              </a:rPr>
              <a:t>Mexico City starts the run-in on Oct 30; Abu Dhabi closes the season on Dec 6.</a:t>
            </a:r>
            <a:endParaRPr lang="en-US" sz="1400" dirty="0">
              <a:latin typeface="Gadugi" panose="020B0502040204020203" pitchFamily="34" charset="0"/>
              <a:ea typeface="Gadugi" panose="020B0502040204020203" pitchFamily="34" charset="0"/>
            </a:endParaRPr>
          </a:p>
        </p:txBody>
      </p:sp>
      <p:sp>
        <p:nvSpPr>
          <p:cNvPr id="19" name="Text 17"/>
          <p:cNvSpPr txBox="1"/>
          <p:nvPr/>
        </p:nvSpPr>
        <p:spPr>
          <a:xfrm>
            <a:off x="548640" y="5669280"/>
            <a:ext cx="11091672" cy="457200"/>
          </a:xfrm>
          <a:prstGeom prst="rect">
            <a:avLst/>
          </a:prstGeom>
          <a:noFill/>
          <a:ln/>
        </p:spPr>
        <p:txBody>
          <a:bodyPr wrap="square" lIns="0" tIns="0" rIns="0" bIns="0" rtlCol="0" anchor="ctr"/>
          <a:lstStyle/>
          <a:p>
            <a:pPr marL="0" indent="0">
              <a:buNone/>
            </a:pPr>
            <a:r>
              <a:rPr lang="en-US" sz="1400" dirty="0">
                <a:solidFill>
                  <a:schemeClr val="bg2"/>
                </a:solidFill>
                <a:latin typeface="Gadugi" panose="020B0502040204020203" pitchFamily="34" charset="0"/>
                <a:ea typeface="Gadugi" panose="020B0502040204020203" pitchFamily="34" charset="0"/>
              </a:rPr>
              <a:t>Next step: add points, qualifying and standings data to the workbook, then add a “races remaining” card to the dashboard.</a:t>
            </a:r>
            <a:endParaRPr lang="en-US" sz="1400" dirty="0">
              <a:latin typeface="Gadugi" panose="020B0502040204020203" pitchFamily="34" charset="0"/>
              <a:ea typeface="Gadugi" panose="020B0502040204020203" pitchFamily="34" charset="0"/>
            </a:endParaRPr>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latin typeface="Gadugi" panose="020B0502040204020203" pitchFamily="34" charset="0"/>
                <a:ea typeface="Gadugi" panose="020B0502040204020203" pitchFamily="34" charset="0"/>
              </a:rPr>
              <a:t>15</a:t>
            </a:fld>
            <a:endParaRPr lang="en-US">
              <a:latin typeface="Gadugi" panose="020B0502040204020203" pitchFamily="34" charset="0"/>
              <a:ea typeface="Gadugi" panose="020B0502040204020203" pitchFamily="34" charset="0"/>
            </a:endParaRPr>
          </a:p>
        </p:txBody>
      </p:sp>
    </p:spTree>
  </p:cSld>
  <p:clrMapOvr>
    <a:masterClrMapping/>
  </p:clrMapOvr>
</p:sld>
</file>

<file path=ppt/theme/theme1.xml><?xml version="1.0" encoding="utf-8"?>
<a:theme xmlns:a="http://schemas.openxmlformats.org/drawingml/2006/main" name="F1 2026">
  <a:themeElements>
    <a:clrScheme name="F1 2026">
      <a:dk1>
        <a:srgbClr val="15151E"/>
      </a:dk1>
      <a:lt1>
        <a:srgbClr val="FFFFFF"/>
      </a:lt1>
      <a:dk2>
        <a:srgbClr val="5B6270"/>
      </a:dk2>
      <a:lt2>
        <a:srgbClr val="F1F2F5"/>
      </a:lt2>
      <a:accent1>
        <a:srgbClr val="E8002D"/>
      </a:accent1>
      <a:accent2>
        <a:srgbClr val="27F4D2"/>
      </a:accent2>
      <a:accent3>
        <a:srgbClr val="FF8000"/>
      </a:accent3>
      <a:accent4>
        <a:srgbClr val="1434CB"/>
      </a:accent4>
      <a:accent5>
        <a:srgbClr val="7700FF"/>
      </a:accent5>
      <a:accent6>
        <a:srgbClr val="FFD200"/>
      </a:accent6>
      <a:hlink>
        <a:srgbClr val="1434CB"/>
      </a:hlink>
      <a:folHlink>
        <a:srgbClr val="7700FF"/>
      </a:folHlink>
    </a:clrScheme>
    <a:fontScheme name="F1 2026">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1994</Words>
  <Application>Microsoft Office PowerPoint</Application>
  <PresentationFormat>Widescreen</PresentationFormat>
  <Paragraphs>403</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Gadugi</vt:lpstr>
      <vt:lpstr>F1 2026</vt:lpstr>
      <vt:lpstr>F1 2026 Season Analysis</vt:lpstr>
      <vt:lpstr>Executive summary</vt:lpstr>
      <vt:lpstr>What this analysis is built on</vt:lpstr>
      <vt:lpstr>The season at a glance</vt:lpstr>
      <vt:lpstr>Antonelli leads the driver wins</vt:lpstr>
      <vt:lpstr>Mercedes wins two races in three</vt:lpstr>
      <vt:lpstr>Who delivers each team's wins</vt:lpstr>
      <vt:lpstr>Race-by-race results</vt:lpstr>
      <vt:lpstr>How the win tally built up</vt:lpstr>
      <vt:lpstr>Race distance varies by 34 laps</vt:lpstr>
      <vt:lpstr>A 24-round, 21-country calendar</vt:lpstr>
      <vt:lpstr>Five races left in the season</vt:lpstr>
      <vt:lpstr>Inside the Power BI dashboard</vt:lpstr>
      <vt:lpstr>How the dashboard KPIs are calculated</vt:lpstr>
      <vt:lpstr>Key takeaways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 2026 Season Analysis</dc:title>
  <dc:subject>PptxGenJS Presentation</dc:subject>
  <dc:creator>Season analysis</dc:creator>
  <cp:lastModifiedBy>Siddharth Burman</cp:lastModifiedBy>
  <cp:revision>2</cp:revision>
  <dcterms:created xsi:type="dcterms:W3CDTF">2026-10-26T19:11:29Z</dcterms:created>
  <dcterms:modified xsi:type="dcterms:W3CDTF">2026-10-26T19:19:38Z</dcterms:modified>
</cp:coreProperties>
</file>